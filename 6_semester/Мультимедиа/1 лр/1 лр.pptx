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B0F0A-EB42-46F0-BE28-9B160B1A6A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CE065B-94A5-4B4A-AD27-F6576ED67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831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356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7707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505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937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3609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8170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552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4258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835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6326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6867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0517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7638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74B690B-8A7F-8503-DAE7-6FA0021308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</p:spTree>
    <p:extLst>
      <p:ext uri="{BB962C8B-B14F-4D97-AF65-F5344CB8AC3E}">
        <p14:creationId xmlns:p14="http://schemas.microsoft.com/office/powerpoint/2010/main" val="25765851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AB71-C5FC-B644-4D67-0629CA3A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9EC1623-CE67-8F18-728B-3A928C9F7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84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</p:spTree>
    <p:extLst>
      <p:ext uri="{BB962C8B-B14F-4D97-AF65-F5344CB8AC3E}">
        <p14:creationId xmlns:p14="http://schemas.microsoft.com/office/powerpoint/2010/main" val="918338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D9CD-B36D-687A-318B-2475A473F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A6B460F-7679-360D-AF35-A46F8ECBE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E51CCF-9246-A27D-3C1B-A3E113DBF034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A43493-B1DA-C15E-8DC3-D3603AD5109B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6ABADB-ABE4-0A74-319D-B1A58C605AAD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мото­стрелковая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8D45B-A275-4AD1-32DE-F804774E09A7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B342A9-7D23-25A1-DE2E-B9739A41E778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A74EA6-AC25-A6FD-F5DF-A60DB1B630CE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976E67-FC49-FE55-0D16-BCDEF5A4CE8E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EE4494-D1F6-889E-FBE5-9E2221469C2F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AF7494-BCF8-8CAA-5E4E-784E7229086B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67F37BA9-A27E-A106-1DCD-D2419B21D9C7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4240C391-E789-51AE-8110-520AEDBB7840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4144EC86-6002-8F00-4A3A-E4D737362AAD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1D15860A-08B8-6C8B-432D-99B5150A91EE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CA703F72-4C79-AC15-001E-EE54FA9FC6F7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1969675A-6FC2-B767-49B4-02FD7B1A5F72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AA54C3F6-EB76-0BED-3107-54BC1F0FE4DA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A1DCFB09-0E52-013C-02EE-571E6A516645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F2FAC4E-65B8-68A6-1966-D31CE12D19E3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570A720E-D4AD-8203-6292-0CC18187F851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7EF9490A-F353-11AE-F461-56C77870484E}"/>
              </a:ext>
            </a:extLst>
          </p:cNvPr>
          <p:cNvCxnSpPr>
            <a:cxnSpLocks/>
          </p:cNvCxnSpPr>
          <p:nvPr/>
        </p:nvCxnSpPr>
        <p:spPr>
          <a:xfrm>
            <a:off x="504208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6545CF82-1E3A-0F8F-39CE-7B16FF64E9C9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39A16E9-DBA6-404E-52BA-41ADD53732B4}"/>
              </a:ext>
            </a:extLst>
          </p:cNvPr>
          <p:cNvCxnSpPr>
            <a:cxnSpLocks/>
          </p:cNvCxnSpPr>
          <p:nvPr/>
        </p:nvCxnSpPr>
        <p:spPr>
          <a:xfrm>
            <a:off x="-130912" y="873842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1455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98929-8125-1066-42A3-9B79217A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B52553E-DE8A-86EC-E2B9-2637BEA94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6D8EBC-A39A-9D3E-A808-9CCF14C18B90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0CB0C8-2662-3532-0B9B-90172DD06154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55A36-2066-6082-AEF1-564BE0701A32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мото­стрелковая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680EC8-2CE6-BBFA-D87A-9FADA5F0ED07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05E34E-2125-F666-C732-C32EDF7AB773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DF9607-CCE7-31BB-AF9C-CA2C4C606A07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1888DF-CCFE-ADC3-B81A-BB3A8F27A7BF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DF5BB6-DE0D-8C00-6A3A-94363D396B03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86544E-EBE6-DC42-F821-AC99184F610A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8D9DF8DD-FD88-E5AA-9BDE-E32D9FB5B166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B58A35F5-7E28-A350-84F3-54A4091EB44E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DB4CFFBD-430D-49DF-98BE-7B0BEDE35E36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3B779997-C4D2-354B-72AE-C236D8AEB16D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D5F05302-1802-B87F-046B-2D25BBEF24C2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39AE1E11-6F91-CCA2-840A-BB21237347C4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813D7E58-E382-8A84-089F-59A172C8C252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24772C09-B4B6-A0D0-16B1-F55D25607D37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EAA1F7AE-7FCA-88B3-4749-0FF804D128B6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57E0A57D-CAFF-7192-516B-D43A0D68AE7B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2E70C4C2-8E24-3790-A771-2AC0323FDF3B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9DA357D2-8AFF-9A74-9C15-C93B9C7B4D1C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F60E34-F6FD-BC88-6738-520A05C7D675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F785E8-415A-8FDA-5439-72FEF6A4AE70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EBB84-FAE3-1342-3EC1-B245E4F35725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41B3F0-6C45-A12D-ABC7-51A5371864E4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62D9F568-7D34-5109-E5FD-2929A0CBC519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10459086-F1E4-1FE6-756A-F6564E67B737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FCE84D33-414C-8323-D4A9-C0CC1E461438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E403E48-892C-1D0F-F8B9-7CD7038D865C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311DBC6-E938-DB9A-82C4-D3592C88305F}"/>
              </a:ext>
            </a:extLst>
          </p:cNvPr>
          <p:cNvCxnSpPr>
            <a:cxnSpLocks/>
          </p:cNvCxnSpPr>
          <p:nvPr/>
        </p:nvCxnSpPr>
        <p:spPr>
          <a:xfrm>
            <a:off x="5028824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92B854EA-EF14-EFD6-9DE5-5AA4218A707E}"/>
              </a:ext>
            </a:extLst>
          </p:cNvPr>
          <p:cNvCxnSpPr>
            <a:cxnSpLocks/>
          </p:cNvCxnSpPr>
          <p:nvPr/>
        </p:nvCxnSpPr>
        <p:spPr>
          <a:xfrm>
            <a:off x="1594667" y="6858000"/>
            <a:ext cx="0" cy="233925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3777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087E4-67D7-6BF8-CC1A-02F69D94C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C7337D0-CC8E-2B6B-BAD8-C25C23799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387E68-ED48-B2EC-E7EF-7BECDBC24BF3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2B1D8-2363-47BA-0A7D-EB7962129C6B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AAA7C-840A-87F5-7EB2-D5E82AB56041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мото­стрелковая рота х</a:t>
            </a:r>
            <a:r>
              <a:rPr lang="en-US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89C3E8-CBC4-C841-A2E0-EA6666D664A7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C8CA14-0A22-71DD-A22F-694E380A5272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8E2A98-6618-BE06-8956-B33A083527A4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E821BB-E87A-9651-3DC4-9A6F2D01E61D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28EBB5-5D91-EE56-82EE-81A6114D1094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03EFE7-C6CC-DC96-DBC3-2523D64BB96E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AF38E2D-68A6-EB11-D4FF-7E1C26392F64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14255119-02E5-246C-38C6-2F411E2D5BCE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39723C3C-8EA5-BDD9-46F5-4A2B1D7E6D67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5BCFE50D-2402-9E32-2751-5517F506F7DD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2E1CE66A-5AB7-F433-5CE0-8BA0D72A2460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9EDFAA18-1B4F-C4F8-4A0F-8B780E21234C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BF2048B7-B543-2B59-4FB3-33B7139D023D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877902C2-AE18-E08B-F454-E220B71B5D63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C72FF530-8197-CFAF-F4EA-48D790D7AE90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7BFFB4EE-8E45-3310-AF05-A9822A8C0D75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33BF7010-FCE4-DDA9-A74E-CA6C66FF5120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22AFE4CB-D60D-C16D-035A-3867D1556B1D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9B9EA7-2FBE-EF87-7FC5-712940A25878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032692-8652-E33A-95FE-D0259CD38BFB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A18D4-C0ED-EE7C-5102-360FEABF5EE7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F70A70-E386-EE95-5E72-102F95BCD14D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8383B548-D185-4D24-DCBF-44B77BAE031A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58B1C163-2E60-1CBB-7485-8F98A3227ABA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A091EFEB-D9D9-FAF6-BF8D-6482DA6922F1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2D0EA104-BC4C-58D0-5B61-5E622CA2B617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B2B842-60C2-D5D9-8B9B-73C019CF1679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858B72-68F6-A9D7-19B1-CBB71ABD194E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83BA39-CB88-9949-83F8-58EE138F2FEC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7FA670-1AC4-FF6F-3956-D31D54933AB0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026E10-CDF3-AFCA-FC0E-7A398042DB93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E34A40E3-8C37-2B6C-AB8F-222A90DB20A9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0B41EA4C-8FB7-88D8-78AE-0D3D7E34C6C9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DEDDF558-8548-2E67-7489-15A11D287BDE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DAA98398-58AF-C34F-7F2F-1E6708B64CED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AFFB5EF9-9FBB-7A11-2475-167CB324EC9D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5482E2A5-606A-5327-A6E1-83256B39871E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CB1FA33C-5258-790C-CA1E-C1CA4847A412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4834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0AAC7-BAD7-7159-DDA6-D87777080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AF85BA5-1054-2194-9506-295692897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004289-697C-AB96-7681-264898117BDD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CAD4E-8909-DFB6-9A79-0DA6C70B8CF5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9A6379-5049-0C4D-AD2E-31475B1E24E9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мото­стрелковая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B6E24E-4A45-2D7F-ED3A-C902BD92ED8C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4CA96B-2F92-67AB-316C-F1A69B98F4B1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0C5314-6FB4-A070-9D73-97F345B947FE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1351CB-D1CB-22E7-DF3C-399ADE98ADC3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649A18-A6D4-4CAA-A556-065324D02180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6A57B1-F064-9E75-CCDB-AFD9473C0D63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14C3A11B-54D0-47D6-0F83-69E055E3B64D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BC487D36-7B77-F3CE-9263-FFFD2AE8A61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FAD6FE86-8F3B-3101-FF5C-64D5E3B2F57E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71102CA1-E79B-CAC4-68CF-E34F0B34F193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5101073D-9642-D9B1-C201-E7BE9FABA23F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201BAD0C-AD9A-07A0-F819-04383C0CC5A1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B73D611D-F4BC-E67D-AEC8-FC8BCC056A04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BA3D1CEC-49F7-DB2D-008B-05428F738342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E3EC4AB6-09CF-BAE3-16C1-DBDB9A1E8584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506FBDDF-9CE3-393C-5510-021CF6763E6A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4EB5CE1D-994D-499D-8529-27CDFA08D435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74957423-2B50-7BF1-2390-1FEFEC1ED896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277976-2800-5741-3A06-D5A08E731898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A08625-E3B2-EECA-A4FB-34E26376610D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11463-8ECF-9C0A-A016-969E1F019FD3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69366C-FA85-737A-7FD9-125E19A2433E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E7AD91A7-F247-CF8D-58D9-EE03F1319951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779100D5-6D28-5FC6-81BF-3C03E7FFEE2C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513CAFD0-6D15-924E-CE27-7CB160810D14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80A39B23-483E-B213-E0C8-953752CBE0A5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37AB1B0-CDD9-E47F-CBB9-5CF5F10CBAA3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9175EE-B8C1-E319-1C30-71E874AB25DB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AEF772-DFF6-CA56-16CE-EB5DBFA46B69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DAEFCC-10A2-E395-8546-B9CDB5B5D807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6EA459-AF47-0105-359D-607A7A46D64F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86DDAC9-A184-7993-BA85-52128A3BE2AD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7AC7AA16-75E1-F287-91DC-0BD7C4052AC0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6C20FF4A-128C-5CB4-00FB-6A1B66390FA9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525CD366-2B4F-C6A5-B637-845085E66ACF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F2C7A8A-8845-8177-CA10-48013E13FEFD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D2CC4096-056C-BAE6-2307-53BFFEBA8345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3A9F15B-5350-23FA-190B-27C01C8C6641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6410AFA-A709-32A1-CAD2-BDB6406F8594}"/>
              </a:ext>
            </a:extLst>
          </p:cNvPr>
          <p:cNvSpPr txBox="1"/>
          <p:nvPr/>
        </p:nvSpPr>
        <p:spPr>
          <a:xfrm>
            <a:off x="1356051" y="3747429"/>
            <a:ext cx="54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56A04891-BC69-41F1-FA96-9582CAAEA2A8}"/>
              </a:ext>
            </a:extLst>
          </p:cNvPr>
          <p:cNvCxnSpPr/>
          <p:nvPr/>
        </p:nvCxnSpPr>
        <p:spPr>
          <a:xfrm>
            <a:off x="2501854" y="1309343"/>
            <a:ext cx="506831" cy="472143"/>
          </a:xfrm>
          <a:prstGeom prst="bentConnector3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54276A83-C87A-4C7F-4FD8-F29161AFB66E}"/>
              </a:ext>
            </a:extLst>
          </p:cNvPr>
          <p:cNvCxnSpPr>
            <a:cxnSpLocks/>
          </p:cNvCxnSpPr>
          <p:nvPr/>
        </p:nvCxnSpPr>
        <p:spPr>
          <a:xfrm rot="5400000">
            <a:off x="2097561" y="2438405"/>
            <a:ext cx="1565904" cy="252069"/>
          </a:xfrm>
          <a:prstGeom prst="bentConnector3">
            <a:avLst>
              <a:gd name="adj1" fmla="val 6490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97B6BE80-69CF-D96D-0EEF-31309F19B006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5751" y="3354187"/>
            <a:ext cx="918727" cy="580768"/>
          </a:xfrm>
          <a:prstGeom prst="bentConnector3">
            <a:avLst>
              <a:gd name="adj1" fmla="val 4170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0105877-EE1E-C3D5-95BE-7A3A74C30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36" y="4122406"/>
            <a:ext cx="142549" cy="14254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B72D34A9-4E6B-2258-0101-E67C2BE582A9}"/>
              </a:ext>
            </a:extLst>
          </p:cNvPr>
          <p:cNvSpPr txBox="1"/>
          <p:nvPr/>
        </p:nvSpPr>
        <p:spPr>
          <a:xfrm>
            <a:off x="1505910" y="4063506"/>
            <a:ext cx="378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х12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F6CCB954-1690-0420-9016-58E7AB210647}"/>
              </a:ext>
            </a:extLst>
          </p:cNvPr>
          <p:cNvCxnSpPr>
            <a:cxnSpLocks/>
          </p:cNvCxnSpPr>
          <p:nvPr/>
        </p:nvCxnSpPr>
        <p:spPr>
          <a:xfrm>
            <a:off x="5268686" y="-1267097"/>
            <a:ext cx="0" cy="126709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3596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370E1-4DA1-1FC4-CD8C-3B9228732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C0B8F56-CFBA-65B1-D910-A2283C61B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5EA06-747C-22E2-CB0B-FF1B7ADB01DE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4E55DC-780F-BC53-30E8-F76BC2205252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4247F-BF45-B050-20B4-DB1977661757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мото­стрелковая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DA9FAE-C7E6-E716-FDEE-07D9A0C4CED4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29D9A-7DDA-33A5-448C-5F02235B7CA2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0C699D-8FF0-B803-4AC2-BEF599602910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654510-FBCF-F24A-887B-C034F47CE441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DF3FC9-0EFF-94CD-5CD9-1A02DF54BC05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74341E-280B-84B3-2A85-3D98E3F77F31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54023C58-7EFA-91FC-C53D-22016217DF4D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E5E26AB2-78F5-8951-A29D-F8E16A6DF76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538A8217-88BF-1DBE-28FF-2013159C3398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C0A522BB-6FF3-9B1D-0A4F-96A115F805C8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FE6CD72E-E257-891D-D70E-278E3B0267A3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2A2A94E0-B8EA-DD0F-C5B8-43E34AE40814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A08FA5D6-4E77-9DDE-EF39-DAEF09CCB593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6782EB0F-8E64-DF60-810C-E2C98C6F54BE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CF8D7B83-AE77-485A-84DF-0576D37C1C48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E1D965C8-9ED4-27EA-B91C-10BA4706EA0C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05E400FC-2104-DCAA-618F-369B2DF5EA6B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EAE62BD9-BF9A-D93C-9ACA-D3AB2D4CB544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DC852C2-048A-3C96-A867-0DE9ABFB0C90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D64F1F-9799-3293-FF9D-B54EC3CBDB31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F100E-2D04-CC93-82F4-EF41F322430B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5240C9-6F34-2047-C47D-809DF7F0F34D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A9DE5B7E-2D3E-6CFA-E747-F02D5D71E948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EA2A586D-5610-5284-AADC-3C6291F2D081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3F42D0E1-EBD4-D9FD-7EC5-C9DDAC6F1B97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A53C9856-3F91-43CA-3B7C-CCA6A428F213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BEDA321-5863-C7DE-B0EB-2D895E5D791C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AB62DC-1EE5-42B4-3393-62AE803CDB7E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F23E6B-9C76-47BC-588D-327C57C4CA68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4DAB0A-8F79-8EB8-E27C-B2A500D73158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F274B8-0FBB-9CF7-8E3F-31D327C486B1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A28AF113-4200-EE71-2EB9-E644401C3E6C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9E26914B-C30B-4A76-8F45-EA04020C6F36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4B5A180E-2CC4-2DE2-343E-A5892D83DCE4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5917F380-D71D-2FC1-F2EC-657D9631D8F2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D42DB09C-6812-FEAA-7D3D-D98269EDE700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E3818CBD-5218-7119-AB29-1454B0F0D4C0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ED9402F-CBFB-FF05-85D5-4C85050B821C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A9C2CA-8713-1806-ACD6-233E8F82F904}"/>
              </a:ext>
            </a:extLst>
          </p:cNvPr>
          <p:cNvSpPr txBox="1"/>
          <p:nvPr/>
        </p:nvSpPr>
        <p:spPr>
          <a:xfrm>
            <a:off x="1356051" y="3747429"/>
            <a:ext cx="54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782A3281-B9BA-1C16-25A0-68FECA0A27FF}"/>
              </a:ext>
            </a:extLst>
          </p:cNvPr>
          <p:cNvCxnSpPr/>
          <p:nvPr/>
        </p:nvCxnSpPr>
        <p:spPr>
          <a:xfrm>
            <a:off x="2501854" y="1309343"/>
            <a:ext cx="506831" cy="472143"/>
          </a:xfrm>
          <a:prstGeom prst="bentConnector3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7CEEF026-8FDD-C3B0-50ED-8BE20446E372}"/>
              </a:ext>
            </a:extLst>
          </p:cNvPr>
          <p:cNvCxnSpPr>
            <a:cxnSpLocks/>
          </p:cNvCxnSpPr>
          <p:nvPr/>
        </p:nvCxnSpPr>
        <p:spPr>
          <a:xfrm rot="5400000">
            <a:off x="2097561" y="2438405"/>
            <a:ext cx="1565904" cy="252069"/>
          </a:xfrm>
          <a:prstGeom prst="bentConnector3">
            <a:avLst>
              <a:gd name="adj1" fmla="val 6490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A81A725B-AC21-8045-28E4-4060C80EA7A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5751" y="3354187"/>
            <a:ext cx="918727" cy="580768"/>
          </a:xfrm>
          <a:prstGeom prst="bentConnector3">
            <a:avLst>
              <a:gd name="adj1" fmla="val 4170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0A0984A8-5354-34C3-BCCC-527160A88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36" y="4122406"/>
            <a:ext cx="142549" cy="14254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53866F79-899F-D04B-DD04-62B244B5A15F}"/>
              </a:ext>
            </a:extLst>
          </p:cNvPr>
          <p:cNvSpPr txBox="1"/>
          <p:nvPr/>
        </p:nvSpPr>
        <p:spPr>
          <a:xfrm>
            <a:off x="1505910" y="4063506"/>
            <a:ext cx="378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х12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C942D32-1EDE-43C5-1DC1-DC611A3D9F5F}"/>
              </a:ext>
            </a:extLst>
          </p:cNvPr>
          <p:cNvSpPr txBox="1"/>
          <p:nvPr/>
        </p:nvSpPr>
        <p:spPr>
          <a:xfrm>
            <a:off x="5348336" y="1203520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86C69A0-305E-B747-EFD3-06B76D8B8440}"/>
              </a:ext>
            </a:extLst>
          </p:cNvPr>
          <p:cNvSpPr txBox="1"/>
          <p:nvPr/>
        </p:nvSpPr>
        <p:spPr>
          <a:xfrm>
            <a:off x="5348336" y="1515558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звод 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x2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BCBB439-BA92-7B96-BFE1-B7D7AED6ABB1}"/>
              </a:ext>
            </a:extLst>
          </p:cNvPr>
          <p:cNvSpPr txBox="1"/>
          <p:nvPr/>
        </p:nvSpPr>
        <p:spPr>
          <a:xfrm>
            <a:off x="5335636" y="1816191"/>
            <a:ext cx="918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120-мм миномет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297BECD6-AEC4-DF54-FA49-8826D2B674DC}"/>
              </a:ext>
            </a:extLst>
          </p:cNvPr>
          <p:cNvGrpSpPr/>
          <p:nvPr/>
        </p:nvGrpSpPr>
        <p:grpSpPr>
          <a:xfrm>
            <a:off x="6194521" y="1193927"/>
            <a:ext cx="449889" cy="230832"/>
            <a:chOff x="6096000" y="3198168"/>
            <a:chExt cx="449889" cy="230832"/>
          </a:xfrm>
        </p:grpSpPr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F95B1292-7D93-ED71-C443-89D986A78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7E7686B-1803-2395-D170-94A4D7C37298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х10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10B12D50-E2D8-8B65-70E2-B35ADA1A9C9F}"/>
              </a:ext>
            </a:extLst>
          </p:cNvPr>
          <p:cNvGrpSpPr/>
          <p:nvPr/>
        </p:nvGrpSpPr>
        <p:grpSpPr>
          <a:xfrm>
            <a:off x="6040850" y="1495212"/>
            <a:ext cx="449889" cy="230832"/>
            <a:chOff x="5413335" y="4247357"/>
            <a:chExt cx="449889" cy="230832"/>
          </a:xfrm>
        </p:grpSpPr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FDCF36F2-23E2-C9B9-1912-957A63AD0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335" y="4306257"/>
              <a:ext cx="142549" cy="142549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73B5790-5253-6820-4BAB-1974B4551646}"/>
                </a:ext>
              </a:extLst>
            </p:cNvPr>
            <p:cNvSpPr txBox="1"/>
            <p:nvPr/>
          </p:nvSpPr>
          <p:spPr>
            <a:xfrm>
              <a:off x="5484609" y="4247357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4FD2DCCE-A2E6-EC6D-189D-331A2DDEA870}"/>
              </a:ext>
            </a:extLst>
          </p:cNvPr>
          <p:cNvCxnSpPr>
            <a:cxnSpLocks/>
          </p:cNvCxnSpPr>
          <p:nvPr/>
        </p:nvCxnSpPr>
        <p:spPr>
          <a:xfrm>
            <a:off x="5268686" y="761827"/>
            <a:ext cx="0" cy="126709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EF6B40BF-2639-B7D0-A0F3-73CE44046879}"/>
              </a:ext>
            </a:extLst>
          </p:cNvPr>
          <p:cNvCxnSpPr>
            <a:cxnSpLocks/>
          </p:cNvCxnSpPr>
          <p:nvPr/>
        </p:nvCxnSpPr>
        <p:spPr>
          <a:xfrm>
            <a:off x="5268686" y="135497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745BC782-163F-18A8-9C41-AAE8C5B3F297}"/>
              </a:ext>
            </a:extLst>
          </p:cNvPr>
          <p:cNvCxnSpPr>
            <a:cxnSpLocks/>
          </p:cNvCxnSpPr>
          <p:nvPr/>
        </p:nvCxnSpPr>
        <p:spPr>
          <a:xfrm>
            <a:off x="5274007" y="1653254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2DB2D442-1B45-07CA-56AA-97012DE86980}"/>
              </a:ext>
            </a:extLst>
          </p:cNvPr>
          <p:cNvCxnSpPr>
            <a:cxnSpLocks/>
          </p:cNvCxnSpPr>
          <p:nvPr/>
        </p:nvCxnSpPr>
        <p:spPr>
          <a:xfrm>
            <a:off x="5274007" y="2017585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8335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BE3F7-D54B-B583-ECCE-C9422BBED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075FDC9-1C37-7A9C-712A-ADB087F0C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D3B53-B18D-2D8C-7DBF-291859433524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399CC9-E38F-06F0-9D22-4ABD7F1400FE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5CD2C-F739-EA63-8304-2E30257A5025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мото­стрелковая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BE2DC5-49A1-A746-67C5-0BB56A3E6420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4D4E62-8EB1-2F40-8F55-D7A0EA4D8875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1B62EB-B179-D192-9073-AA8DD52FF594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EF6075-2EBD-1279-0CD2-3E776054AC96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E6CD4A-436D-8062-0FA9-6BDB33F280A8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CCC167-DE82-7A99-504D-0E08CA9D58A0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1B3A566-B079-9AAA-DF4E-F18910BBD3A0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BD8FBA72-B384-60BB-17EC-925D69BAD3B8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10481E16-DB17-4345-B4FE-FC8D0B77A647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4971E8C0-06F8-42FC-AF15-2234E82C8F23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07ADCAFF-7513-3D7A-141A-7A90FEC2035C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1412134B-93F1-A57F-95BC-69F6E8FC50A6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24BF32B9-F5D9-68DF-5511-093FA434D5EE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4D3FE845-144B-0BC9-8F7C-CFEB8E6FED8A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5157E4AD-3759-CF1A-48BA-CBFFA4DFCE09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84A2C9DA-605F-47E5-7795-93B4D103572E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469F3161-4A80-81E2-EEEE-34BA16122AAF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B37387C8-7A34-238C-AAA9-351B0B64035B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04A2C24-6465-648E-A922-141E0B77322E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65FB1-D845-7F81-E340-7456083139F0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7D19E7-513D-1D2E-8FBD-DAE3BCCEEB16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9A7125-A02F-586A-70B9-8AE3885E68FC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3D7700D3-BF8B-6646-0083-04643879A42A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5A7CC19F-23A5-5655-D6E8-2C1E7D92D357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40E280CC-BE73-CD0B-853B-0B0CF27B94C6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3D18425A-41AF-68BF-9A78-BC3144099D47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95C698-16A9-25DA-1679-E7E2E083116C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EAE916-2FC7-80B9-830F-5C735A08D2C9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4D0512-0C6F-E360-6B88-CE287AC0DDA0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70333A-A9E8-CE4A-E812-4C119A29E77C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2DC93C-B59C-F32C-D895-693C3533E653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8BBA7422-0780-E151-89AC-348AA111879E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9160F9C5-0001-F050-A050-B76EFDCB794D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7F9ED7C2-0E48-19B9-E307-9A08C1D66C9B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0371A2A8-0F39-8529-05A9-E8F428D4D819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CE747565-FBFD-761D-BD1C-CE13DFC56DF7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4B3A850E-F163-1601-63EF-4A3A53AE3268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18BD5EE-A4EF-7E5B-C891-93CBE7380341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B25AC0-4A79-536A-4B1C-94C6723B9108}"/>
              </a:ext>
            </a:extLst>
          </p:cNvPr>
          <p:cNvSpPr txBox="1"/>
          <p:nvPr/>
        </p:nvSpPr>
        <p:spPr>
          <a:xfrm>
            <a:off x="1356051" y="3747429"/>
            <a:ext cx="54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3D829558-4241-1C18-A540-51AC9F762162}"/>
              </a:ext>
            </a:extLst>
          </p:cNvPr>
          <p:cNvCxnSpPr/>
          <p:nvPr/>
        </p:nvCxnSpPr>
        <p:spPr>
          <a:xfrm>
            <a:off x="2501854" y="1309343"/>
            <a:ext cx="506831" cy="472143"/>
          </a:xfrm>
          <a:prstGeom prst="bentConnector3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859FAF62-3340-E7C8-AA2E-7E0BA6866509}"/>
              </a:ext>
            </a:extLst>
          </p:cNvPr>
          <p:cNvCxnSpPr>
            <a:cxnSpLocks/>
          </p:cNvCxnSpPr>
          <p:nvPr/>
        </p:nvCxnSpPr>
        <p:spPr>
          <a:xfrm rot="5400000">
            <a:off x="2097561" y="2438405"/>
            <a:ext cx="1565904" cy="252069"/>
          </a:xfrm>
          <a:prstGeom prst="bentConnector3">
            <a:avLst>
              <a:gd name="adj1" fmla="val 6490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2BE49B90-39C9-389E-3701-A98E1944E6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5751" y="3354187"/>
            <a:ext cx="918727" cy="580768"/>
          </a:xfrm>
          <a:prstGeom prst="bentConnector3">
            <a:avLst>
              <a:gd name="adj1" fmla="val 4170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BD3FE61-A331-4955-F50E-8FF65EA23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36" y="4122406"/>
            <a:ext cx="142549" cy="14254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1B8182F4-FA3F-2550-C0A3-2618F9068BD3}"/>
              </a:ext>
            </a:extLst>
          </p:cNvPr>
          <p:cNvSpPr txBox="1"/>
          <p:nvPr/>
        </p:nvSpPr>
        <p:spPr>
          <a:xfrm>
            <a:off x="1505910" y="4063506"/>
            <a:ext cx="378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х12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C55272-FC7B-EA03-0E86-24EE3E31DAD6}"/>
              </a:ext>
            </a:extLst>
          </p:cNvPr>
          <p:cNvSpPr txBox="1"/>
          <p:nvPr/>
        </p:nvSpPr>
        <p:spPr>
          <a:xfrm>
            <a:off x="5348336" y="1203520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D7EA8F0-F0FF-EF91-1817-568552E7AF17}"/>
              </a:ext>
            </a:extLst>
          </p:cNvPr>
          <p:cNvSpPr txBox="1"/>
          <p:nvPr/>
        </p:nvSpPr>
        <p:spPr>
          <a:xfrm>
            <a:off x="5348336" y="1515558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звод 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x2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A02B5BC-834E-14F8-01A8-D2DD424E5425}"/>
              </a:ext>
            </a:extLst>
          </p:cNvPr>
          <p:cNvSpPr txBox="1"/>
          <p:nvPr/>
        </p:nvSpPr>
        <p:spPr>
          <a:xfrm>
            <a:off x="5335636" y="1816191"/>
            <a:ext cx="918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120-мм миномет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6F13F728-22F5-B029-A9A3-9D66D1EE145C}"/>
              </a:ext>
            </a:extLst>
          </p:cNvPr>
          <p:cNvGrpSpPr/>
          <p:nvPr/>
        </p:nvGrpSpPr>
        <p:grpSpPr>
          <a:xfrm>
            <a:off x="6194521" y="1193927"/>
            <a:ext cx="449889" cy="230832"/>
            <a:chOff x="6096000" y="3198168"/>
            <a:chExt cx="449889" cy="230832"/>
          </a:xfrm>
        </p:grpSpPr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36A546FD-1B30-FBED-FC15-FE5566793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3580D60-CA0C-A9D9-2166-E582AEF79CD5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х10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B12E0BC4-A3E4-2271-78FE-7CB3735BAB4F}"/>
              </a:ext>
            </a:extLst>
          </p:cNvPr>
          <p:cNvGrpSpPr/>
          <p:nvPr/>
        </p:nvGrpSpPr>
        <p:grpSpPr>
          <a:xfrm>
            <a:off x="6040850" y="1495212"/>
            <a:ext cx="449889" cy="230832"/>
            <a:chOff x="5413335" y="4247357"/>
            <a:chExt cx="449889" cy="230832"/>
          </a:xfrm>
        </p:grpSpPr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F58959B3-6E23-C80F-CCA9-246D42DDD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335" y="4306257"/>
              <a:ext cx="142549" cy="142549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8ADDEDA-05D7-BB3D-2132-6257BAB1C56B}"/>
                </a:ext>
              </a:extLst>
            </p:cNvPr>
            <p:cNvSpPr txBox="1"/>
            <p:nvPr/>
          </p:nvSpPr>
          <p:spPr>
            <a:xfrm>
              <a:off x="5484609" y="4247357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3CAE434C-5B62-315B-51B6-B884E93469D7}"/>
              </a:ext>
            </a:extLst>
          </p:cNvPr>
          <p:cNvCxnSpPr>
            <a:cxnSpLocks/>
          </p:cNvCxnSpPr>
          <p:nvPr/>
        </p:nvCxnSpPr>
        <p:spPr>
          <a:xfrm>
            <a:off x="5268686" y="761827"/>
            <a:ext cx="0" cy="126709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1FA5D1BC-2A1E-A235-1AEF-BE18B45E8D94}"/>
              </a:ext>
            </a:extLst>
          </p:cNvPr>
          <p:cNvCxnSpPr>
            <a:cxnSpLocks/>
          </p:cNvCxnSpPr>
          <p:nvPr/>
        </p:nvCxnSpPr>
        <p:spPr>
          <a:xfrm>
            <a:off x="5268686" y="135497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C5F43BC0-8EA8-79A9-99C0-3A36E6A8698F}"/>
              </a:ext>
            </a:extLst>
          </p:cNvPr>
          <p:cNvCxnSpPr>
            <a:cxnSpLocks/>
          </p:cNvCxnSpPr>
          <p:nvPr/>
        </p:nvCxnSpPr>
        <p:spPr>
          <a:xfrm>
            <a:off x="5274007" y="1653254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13C1B00A-D6C5-B617-29D9-8C9C4E960225}"/>
              </a:ext>
            </a:extLst>
          </p:cNvPr>
          <p:cNvCxnSpPr>
            <a:cxnSpLocks/>
          </p:cNvCxnSpPr>
          <p:nvPr/>
        </p:nvCxnSpPr>
        <p:spPr>
          <a:xfrm>
            <a:off x="5274007" y="2017585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83A01B3-34B7-2EEC-96B6-1CA6BE9C7C57}"/>
              </a:ext>
            </a:extLst>
          </p:cNvPr>
          <p:cNvSpPr txBox="1"/>
          <p:nvPr/>
        </p:nvSpPr>
        <p:spPr>
          <a:xfrm>
            <a:off x="6026762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82CCC1-3E6E-C439-9C23-7EEE4AD37CC4}"/>
              </a:ext>
            </a:extLst>
          </p:cNvPr>
          <p:cNvSpPr txBox="1"/>
          <p:nvPr/>
        </p:nvSpPr>
        <p:spPr>
          <a:xfrm>
            <a:off x="7227370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отделе­ние противотанковых управляемых ракет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6240B792-7816-1A71-5949-B8140C94490F}"/>
              </a:ext>
            </a:extLst>
          </p:cNvPr>
          <p:cNvGrpSpPr/>
          <p:nvPr/>
        </p:nvGrpSpPr>
        <p:grpSpPr>
          <a:xfrm>
            <a:off x="6316614" y="2706630"/>
            <a:ext cx="449889" cy="230832"/>
            <a:chOff x="6096000" y="3198168"/>
            <a:chExt cx="449889" cy="230832"/>
          </a:xfrm>
        </p:grpSpPr>
        <p:pic>
          <p:nvPicPr>
            <p:cNvPr id="51" name="Рисунок 50">
              <a:extLst>
                <a:ext uri="{FF2B5EF4-FFF2-40B4-BE49-F238E27FC236}">
                  <a16:creationId xmlns:a16="http://schemas.microsoft.com/office/drawing/2014/main" id="{94737ECB-8737-5C56-C0CA-14107C742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9F4DFCD-C7F0-11A3-66D2-79F29A27E1F8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х8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31AEE3C7-1258-7FF7-4AB1-58EDC4151E38}"/>
              </a:ext>
            </a:extLst>
          </p:cNvPr>
          <p:cNvSpPr txBox="1"/>
          <p:nvPr/>
        </p:nvSpPr>
        <p:spPr>
          <a:xfrm>
            <a:off x="5638450" y="2900991"/>
            <a:ext cx="1082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гранатомет СПГ-9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5A8665-51CA-27FC-0687-E3EAA5F95573}"/>
              </a:ext>
            </a:extLst>
          </p:cNvPr>
          <p:cNvSpPr txBox="1"/>
          <p:nvPr/>
        </p:nvSpPr>
        <p:spPr>
          <a:xfrm>
            <a:off x="7902836" y="2976581"/>
            <a:ext cx="12792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ПТУРС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6B895D11-9EA8-4312-B8D5-90A234C338D1}"/>
              </a:ext>
            </a:extLst>
          </p:cNvPr>
          <p:cNvGrpSpPr/>
          <p:nvPr/>
        </p:nvGrpSpPr>
        <p:grpSpPr>
          <a:xfrm>
            <a:off x="7993971" y="2705602"/>
            <a:ext cx="449889" cy="230832"/>
            <a:chOff x="6096000" y="3198168"/>
            <a:chExt cx="449889" cy="230832"/>
          </a:xfrm>
        </p:grpSpPr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id="{547556C1-5552-F265-C4B1-9C36D7B45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5972FEC-6BC6-D4AF-BE84-9FB6D25899F4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х6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C6FD636D-CE5E-414F-6663-7B6BB9EFB8D8}"/>
              </a:ext>
            </a:extLst>
          </p:cNvPr>
          <p:cNvCxnSpPr>
            <a:cxnSpLocks/>
          </p:cNvCxnSpPr>
          <p:nvPr/>
        </p:nvCxnSpPr>
        <p:spPr>
          <a:xfrm>
            <a:off x="7246777" y="1063112"/>
            <a:ext cx="0" cy="718374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63324A67-52B5-3A7C-686C-5130F706F0E2}"/>
              </a:ext>
            </a:extLst>
          </p:cNvPr>
          <p:cNvCxnSpPr>
            <a:cxnSpLocks/>
            <a:endCxn id="22" idx="0"/>
          </p:cNvCxnSpPr>
          <p:nvPr/>
        </p:nvCxnSpPr>
        <p:spPr>
          <a:xfrm rot="10800000" flipV="1">
            <a:off x="6666366" y="1781486"/>
            <a:ext cx="599925" cy="202395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19CC81C6-A54E-37FA-FBB6-FB589F267AE2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7257630" y="1781486"/>
            <a:ext cx="609343" cy="202396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01AD0278-F37A-D720-1CF6-5F6ECFE025B6}"/>
              </a:ext>
            </a:extLst>
          </p:cNvPr>
          <p:cNvCxnSpPr>
            <a:cxnSpLocks/>
          </p:cNvCxnSpPr>
          <p:nvPr/>
        </p:nvCxnSpPr>
        <p:spPr>
          <a:xfrm>
            <a:off x="6892801" y="2696530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BC5BCDD4-7896-5A8B-3933-968210E84BEE}"/>
              </a:ext>
            </a:extLst>
          </p:cNvPr>
          <p:cNvCxnSpPr>
            <a:cxnSpLocks/>
          </p:cNvCxnSpPr>
          <p:nvPr/>
        </p:nvCxnSpPr>
        <p:spPr>
          <a:xfrm>
            <a:off x="7639719" y="2691768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E386F3DB-3C92-8385-0BF1-1D080BC8489F}"/>
              </a:ext>
            </a:extLst>
          </p:cNvPr>
          <p:cNvCxnSpPr>
            <a:cxnSpLocks/>
          </p:cNvCxnSpPr>
          <p:nvPr/>
        </p:nvCxnSpPr>
        <p:spPr>
          <a:xfrm>
            <a:off x="7639719" y="2835776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835D7453-8038-A9E4-3E3D-4A513687A016}"/>
              </a:ext>
            </a:extLst>
          </p:cNvPr>
          <p:cNvCxnSpPr>
            <a:cxnSpLocks/>
          </p:cNvCxnSpPr>
          <p:nvPr/>
        </p:nvCxnSpPr>
        <p:spPr>
          <a:xfrm>
            <a:off x="7639719" y="3099691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708A4B62-9806-9B76-B287-4999D5637189}"/>
              </a:ext>
            </a:extLst>
          </p:cNvPr>
          <p:cNvCxnSpPr>
            <a:cxnSpLocks/>
          </p:cNvCxnSpPr>
          <p:nvPr/>
        </p:nvCxnSpPr>
        <p:spPr>
          <a:xfrm flipH="1">
            <a:off x="6672715" y="3099691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4BE1B952-E4A2-9DD9-6B9A-0F5241FAA96C}"/>
              </a:ext>
            </a:extLst>
          </p:cNvPr>
          <p:cNvCxnSpPr>
            <a:cxnSpLocks/>
          </p:cNvCxnSpPr>
          <p:nvPr/>
        </p:nvCxnSpPr>
        <p:spPr>
          <a:xfrm flipH="1">
            <a:off x="6672715" y="2825525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2485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12B9A-77F1-D365-ABD1-BC6E81E88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7E10E02-9333-8991-2C5E-157345B92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E9B7F-9D7D-B607-4024-A8B9583E7A42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6B7DFA-9D37-05EC-2035-FBC1D87DF3D0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79753-EEF1-6E44-9C6D-A64F84D22525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мото­стрелковая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EEC6C-A26F-47AC-2D0F-8F692903F5B4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6DBB11-4747-57CC-B24B-6553139A0105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C16E9E-EFDC-74A2-1175-21DBE5944986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5686FC-33D0-0F49-D8F7-DD32ACE8A50A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BCDBBB-BC0C-433A-8C79-0EDDF71B178D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383A3F-7ABE-D29D-C6B7-B06BB1A8A78F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3E622E22-46BB-FAB4-FD5B-F07428172D6D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160FEE4E-15DA-AE2F-5E31-EF110E017AB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56E9AC1B-DFCE-89B6-AB0A-563D27AEA129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E5271D94-7123-A5B7-37CA-773B0270FB0D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03F1F7C4-2315-4322-29BC-89AF5D44F06D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E20247CB-3B99-3D0F-7D11-4EA8977F6669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4D58DF1D-0E4D-DB37-7954-C0F6942BC3B2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AFCAAFC9-9162-DAED-DD57-3123AEFB4F86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A35AAAD0-CB8E-444C-E1EB-628438E6E48E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B310BC5D-9B82-84ED-4DF8-ECFE1130A65E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A55681B7-F3C1-026A-41A1-C6B9B73C8D09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AD77C24D-D0A9-ADA8-39DD-9922E8D748F2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0799754-672E-AF5B-296D-B81B5070E09C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712FE-9854-077B-4C17-AA8A2AFCA92D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DCF6F7-D2B8-D7E3-8308-5FE7B8A010A5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8F485C-0F40-CC44-44CA-834CA1C9AC10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D4665D13-0257-2DDD-DBE9-08DF1FDED758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D66976BB-4783-CA4F-6E13-4611D9A52D66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F7371740-50D6-C65C-649D-1E400682C52E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1311E75-FC75-B380-415B-9B073C6998B2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E96FC9-E43A-487C-04B0-47B617158CBE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7FC22C-0064-3447-AAD3-EF7C2D6082E5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DB3193-EA6B-871F-2EFA-D006D9E82BBF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F68824-1471-8281-1D8C-1EB28684BDCD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BBCB8E-F4F5-79A1-AD91-E32B9D50E39A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EAA60203-D5B1-BF6F-39B8-5277D9DCE5B1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3F267479-B6E6-A6FE-C907-306FBE65563E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BE5FB867-85F0-B84E-F1FC-D0B341268CCA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78E93BAD-598C-AE33-506B-4FC0BC6B9A96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30AD109-BCCA-A475-9D84-9AE2057138FF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96372427-2D57-C077-4387-68A40A978EFB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66D6C00-C7D0-8E80-3C47-5A2345AACC55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D0AA41-ED94-9CF1-B1B1-F6AF45E225F9}"/>
              </a:ext>
            </a:extLst>
          </p:cNvPr>
          <p:cNvSpPr txBox="1"/>
          <p:nvPr/>
        </p:nvSpPr>
        <p:spPr>
          <a:xfrm>
            <a:off x="1356051" y="3747429"/>
            <a:ext cx="54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7E7E09C9-E15C-C448-8D7A-CB52F698C1AD}"/>
              </a:ext>
            </a:extLst>
          </p:cNvPr>
          <p:cNvCxnSpPr/>
          <p:nvPr/>
        </p:nvCxnSpPr>
        <p:spPr>
          <a:xfrm>
            <a:off x="2501854" y="1309343"/>
            <a:ext cx="506831" cy="472143"/>
          </a:xfrm>
          <a:prstGeom prst="bentConnector3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EE578A7E-FFB6-CAD3-436D-526B2221DEE4}"/>
              </a:ext>
            </a:extLst>
          </p:cNvPr>
          <p:cNvCxnSpPr>
            <a:cxnSpLocks/>
          </p:cNvCxnSpPr>
          <p:nvPr/>
        </p:nvCxnSpPr>
        <p:spPr>
          <a:xfrm rot="5400000">
            <a:off x="2097561" y="2438405"/>
            <a:ext cx="1565904" cy="252069"/>
          </a:xfrm>
          <a:prstGeom prst="bentConnector3">
            <a:avLst>
              <a:gd name="adj1" fmla="val 6490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08E0CA30-BDC9-E0C4-8D21-C587BBECEF9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5751" y="3354187"/>
            <a:ext cx="918727" cy="580768"/>
          </a:xfrm>
          <a:prstGeom prst="bentConnector3">
            <a:avLst>
              <a:gd name="adj1" fmla="val 4170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7E11FE38-BCB9-0E20-D9B2-584389C44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36" y="4122406"/>
            <a:ext cx="142549" cy="14254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2547255C-1749-D863-AC14-A16AAA9D46C1}"/>
              </a:ext>
            </a:extLst>
          </p:cNvPr>
          <p:cNvSpPr txBox="1"/>
          <p:nvPr/>
        </p:nvSpPr>
        <p:spPr>
          <a:xfrm>
            <a:off x="1505910" y="4063506"/>
            <a:ext cx="378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х12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2F79AE6-7CBB-7E3C-7312-C7795A6888B6}"/>
              </a:ext>
            </a:extLst>
          </p:cNvPr>
          <p:cNvSpPr txBox="1"/>
          <p:nvPr/>
        </p:nvSpPr>
        <p:spPr>
          <a:xfrm>
            <a:off x="5348336" y="1203520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B087433-CEC0-67BE-7D41-5278B335B981}"/>
              </a:ext>
            </a:extLst>
          </p:cNvPr>
          <p:cNvSpPr txBox="1"/>
          <p:nvPr/>
        </p:nvSpPr>
        <p:spPr>
          <a:xfrm>
            <a:off x="5348336" y="1515558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звод 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x2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4A769B2-2D1A-9757-9BD1-352E8615E70D}"/>
              </a:ext>
            </a:extLst>
          </p:cNvPr>
          <p:cNvSpPr txBox="1"/>
          <p:nvPr/>
        </p:nvSpPr>
        <p:spPr>
          <a:xfrm>
            <a:off x="5335636" y="1816191"/>
            <a:ext cx="918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120-мм миномет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DBB663AC-5BC7-3786-5BA6-65B8032A1245}"/>
              </a:ext>
            </a:extLst>
          </p:cNvPr>
          <p:cNvGrpSpPr/>
          <p:nvPr/>
        </p:nvGrpSpPr>
        <p:grpSpPr>
          <a:xfrm>
            <a:off x="6194521" y="1193927"/>
            <a:ext cx="449889" cy="230832"/>
            <a:chOff x="6096000" y="3198168"/>
            <a:chExt cx="449889" cy="230832"/>
          </a:xfrm>
        </p:grpSpPr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E5D78BD7-2E6C-B5DE-D46A-0ECE184B7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AAA7E43-63D7-0CF3-3BBD-8731D5199F28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х10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04B264BA-BB36-445D-074A-3EBD0BC66440}"/>
              </a:ext>
            </a:extLst>
          </p:cNvPr>
          <p:cNvGrpSpPr/>
          <p:nvPr/>
        </p:nvGrpSpPr>
        <p:grpSpPr>
          <a:xfrm>
            <a:off x="6040850" y="1495212"/>
            <a:ext cx="449889" cy="230832"/>
            <a:chOff x="5413335" y="4247357"/>
            <a:chExt cx="449889" cy="230832"/>
          </a:xfrm>
        </p:grpSpPr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14415AEC-3B36-D000-3D91-D36A25C52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335" y="4306257"/>
              <a:ext cx="142549" cy="142549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28FC63D-93A2-DDC3-DFD8-6A450ABB53E4}"/>
                </a:ext>
              </a:extLst>
            </p:cNvPr>
            <p:cNvSpPr txBox="1"/>
            <p:nvPr/>
          </p:nvSpPr>
          <p:spPr>
            <a:xfrm>
              <a:off x="5484609" y="4247357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74E1770B-9C07-DF54-CF07-0D1F1D41BA3B}"/>
              </a:ext>
            </a:extLst>
          </p:cNvPr>
          <p:cNvCxnSpPr>
            <a:cxnSpLocks/>
          </p:cNvCxnSpPr>
          <p:nvPr/>
        </p:nvCxnSpPr>
        <p:spPr>
          <a:xfrm>
            <a:off x="5268686" y="761827"/>
            <a:ext cx="0" cy="126709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AAB98245-42FA-19FA-15E5-2199D9CCFA06}"/>
              </a:ext>
            </a:extLst>
          </p:cNvPr>
          <p:cNvCxnSpPr>
            <a:cxnSpLocks/>
          </p:cNvCxnSpPr>
          <p:nvPr/>
        </p:nvCxnSpPr>
        <p:spPr>
          <a:xfrm>
            <a:off x="5268686" y="135497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FB8F6FC8-CFFF-203D-3636-11E1CF1BBD20}"/>
              </a:ext>
            </a:extLst>
          </p:cNvPr>
          <p:cNvCxnSpPr>
            <a:cxnSpLocks/>
          </p:cNvCxnSpPr>
          <p:nvPr/>
        </p:nvCxnSpPr>
        <p:spPr>
          <a:xfrm>
            <a:off x="5274007" y="1653254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B217477C-0A90-FD25-4CFA-27D0FABA741C}"/>
              </a:ext>
            </a:extLst>
          </p:cNvPr>
          <p:cNvCxnSpPr>
            <a:cxnSpLocks/>
          </p:cNvCxnSpPr>
          <p:nvPr/>
        </p:nvCxnSpPr>
        <p:spPr>
          <a:xfrm>
            <a:off x="5274007" y="2017585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EA7E047-F816-7D71-1ED1-18DBC08FC285}"/>
              </a:ext>
            </a:extLst>
          </p:cNvPr>
          <p:cNvSpPr txBox="1"/>
          <p:nvPr/>
        </p:nvSpPr>
        <p:spPr>
          <a:xfrm>
            <a:off x="6026762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AD0F0D-FB2E-D343-4A02-8DD7E9B433BA}"/>
              </a:ext>
            </a:extLst>
          </p:cNvPr>
          <p:cNvSpPr txBox="1"/>
          <p:nvPr/>
        </p:nvSpPr>
        <p:spPr>
          <a:xfrm>
            <a:off x="7227370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отделе­ние противотанковых управляемых ракет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06D5C3A4-2A24-E636-73A1-3D89E668D6E0}"/>
              </a:ext>
            </a:extLst>
          </p:cNvPr>
          <p:cNvGrpSpPr/>
          <p:nvPr/>
        </p:nvGrpSpPr>
        <p:grpSpPr>
          <a:xfrm>
            <a:off x="6316614" y="2706630"/>
            <a:ext cx="449889" cy="230832"/>
            <a:chOff x="6096000" y="3198168"/>
            <a:chExt cx="449889" cy="230832"/>
          </a:xfrm>
        </p:grpSpPr>
        <p:pic>
          <p:nvPicPr>
            <p:cNvPr id="51" name="Рисунок 50">
              <a:extLst>
                <a:ext uri="{FF2B5EF4-FFF2-40B4-BE49-F238E27FC236}">
                  <a16:creationId xmlns:a16="http://schemas.microsoft.com/office/drawing/2014/main" id="{D0A342F9-014B-0D3A-A9C1-53FE366F6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FF95FF2-012E-D56E-A1B9-8BA82C267F9F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х8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16385EE-EFDA-B6F1-4136-1592CE2FE218}"/>
              </a:ext>
            </a:extLst>
          </p:cNvPr>
          <p:cNvSpPr txBox="1"/>
          <p:nvPr/>
        </p:nvSpPr>
        <p:spPr>
          <a:xfrm>
            <a:off x="5638450" y="2900991"/>
            <a:ext cx="1082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гранатомет СПГ-9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E6FDE7-F445-6582-F295-B9B7829DA98B}"/>
              </a:ext>
            </a:extLst>
          </p:cNvPr>
          <p:cNvSpPr txBox="1"/>
          <p:nvPr/>
        </p:nvSpPr>
        <p:spPr>
          <a:xfrm>
            <a:off x="7902836" y="2976581"/>
            <a:ext cx="12792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ПТУРС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E0ACA35C-15E8-E854-016A-32EFDD23C8CE}"/>
              </a:ext>
            </a:extLst>
          </p:cNvPr>
          <p:cNvGrpSpPr/>
          <p:nvPr/>
        </p:nvGrpSpPr>
        <p:grpSpPr>
          <a:xfrm>
            <a:off x="7993971" y="2705602"/>
            <a:ext cx="449889" cy="230832"/>
            <a:chOff x="6096000" y="3198168"/>
            <a:chExt cx="449889" cy="230832"/>
          </a:xfrm>
        </p:grpSpPr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id="{2F72AD39-6C44-CF5A-A704-2ADF82EF9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482AD7A-33BB-2771-7568-4EC863491693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х6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8A73A5A5-2815-0D23-3865-52D319E60596}"/>
              </a:ext>
            </a:extLst>
          </p:cNvPr>
          <p:cNvCxnSpPr>
            <a:cxnSpLocks/>
          </p:cNvCxnSpPr>
          <p:nvPr/>
        </p:nvCxnSpPr>
        <p:spPr>
          <a:xfrm>
            <a:off x="7246777" y="1063112"/>
            <a:ext cx="0" cy="718374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D9072FE5-6E21-D79D-3505-0317F5EACF36}"/>
              </a:ext>
            </a:extLst>
          </p:cNvPr>
          <p:cNvCxnSpPr>
            <a:cxnSpLocks/>
            <a:endCxn id="22" idx="0"/>
          </p:cNvCxnSpPr>
          <p:nvPr/>
        </p:nvCxnSpPr>
        <p:spPr>
          <a:xfrm rot="10800000" flipV="1">
            <a:off x="6666366" y="1781486"/>
            <a:ext cx="599925" cy="202395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98B06D6D-9ACB-6FC6-9AF8-DD28BCE82A0D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7257630" y="1781486"/>
            <a:ext cx="609343" cy="202396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8A02FD29-06F9-0EED-40FD-535D686E7D0B}"/>
              </a:ext>
            </a:extLst>
          </p:cNvPr>
          <p:cNvCxnSpPr>
            <a:cxnSpLocks/>
          </p:cNvCxnSpPr>
          <p:nvPr/>
        </p:nvCxnSpPr>
        <p:spPr>
          <a:xfrm>
            <a:off x="6892801" y="2696530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C033B03B-5C03-C35F-BE46-A8A8A03A2761}"/>
              </a:ext>
            </a:extLst>
          </p:cNvPr>
          <p:cNvCxnSpPr>
            <a:cxnSpLocks/>
          </p:cNvCxnSpPr>
          <p:nvPr/>
        </p:nvCxnSpPr>
        <p:spPr>
          <a:xfrm>
            <a:off x="7639719" y="2691768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760BF29A-995E-48D2-EEE0-6C82C450F522}"/>
              </a:ext>
            </a:extLst>
          </p:cNvPr>
          <p:cNvCxnSpPr>
            <a:cxnSpLocks/>
          </p:cNvCxnSpPr>
          <p:nvPr/>
        </p:nvCxnSpPr>
        <p:spPr>
          <a:xfrm>
            <a:off x="7639719" y="2835776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AC163C26-69BB-A9AC-5E2D-7E7735D66BBA}"/>
              </a:ext>
            </a:extLst>
          </p:cNvPr>
          <p:cNvCxnSpPr>
            <a:cxnSpLocks/>
          </p:cNvCxnSpPr>
          <p:nvPr/>
        </p:nvCxnSpPr>
        <p:spPr>
          <a:xfrm>
            <a:off x="7639719" y="3099691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30017204-B414-9D3B-FBCC-767234BF795B}"/>
              </a:ext>
            </a:extLst>
          </p:cNvPr>
          <p:cNvCxnSpPr>
            <a:cxnSpLocks/>
          </p:cNvCxnSpPr>
          <p:nvPr/>
        </p:nvCxnSpPr>
        <p:spPr>
          <a:xfrm flipH="1">
            <a:off x="6672715" y="3099691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ADD36641-0D7A-815E-5B3E-F0F6A45A259F}"/>
              </a:ext>
            </a:extLst>
          </p:cNvPr>
          <p:cNvCxnSpPr>
            <a:cxnSpLocks/>
          </p:cNvCxnSpPr>
          <p:nvPr/>
        </p:nvCxnSpPr>
        <p:spPr>
          <a:xfrm flipH="1">
            <a:off x="6672715" y="2825525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9F39FD0-111D-844A-D77F-DAFBB59778AB}"/>
              </a:ext>
            </a:extLst>
          </p:cNvPr>
          <p:cNvSpPr txBox="1"/>
          <p:nvPr/>
        </p:nvSpPr>
        <p:spPr>
          <a:xfrm>
            <a:off x="8772163" y="1298516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476070-2A2A-570C-C76D-76F418781958}"/>
              </a:ext>
            </a:extLst>
          </p:cNvPr>
          <p:cNvSpPr txBox="1"/>
          <p:nvPr/>
        </p:nvSpPr>
        <p:spPr>
          <a:xfrm>
            <a:off x="8772163" y="175481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AC7583-907B-DF84-A761-9DA726D8AD40}"/>
              </a:ext>
            </a:extLst>
          </p:cNvPr>
          <p:cNvSpPr txBox="1"/>
          <p:nvPr/>
        </p:nvSpPr>
        <p:spPr>
          <a:xfrm>
            <a:off x="8772163" y="223723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322F6C3A-3276-CE84-6C94-33998A6230B4}"/>
              </a:ext>
            </a:extLst>
          </p:cNvPr>
          <p:cNvCxnSpPr>
            <a:cxnSpLocks/>
          </p:cNvCxnSpPr>
          <p:nvPr/>
        </p:nvCxnSpPr>
        <p:spPr>
          <a:xfrm>
            <a:off x="8705306" y="1326630"/>
            <a:ext cx="0" cy="1133201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6EB3F207-0436-9D69-8CF8-22028D24015A}"/>
              </a:ext>
            </a:extLst>
          </p:cNvPr>
          <p:cNvCxnSpPr>
            <a:cxnSpLocks/>
          </p:cNvCxnSpPr>
          <p:nvPr/>
        </p:nvCxnSpPr>
        <p:spPr>
          <a:xfrm>
            <a:off x="8705306" y="1502469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585A928B-0B01-95C5-A941-B09C5B99F1AF}"/>
              </a:ext>
            </a:extLst>
          </p:cNvPr>
          <p:cNvCxnSpPr>
            <a:cxnSpLocks/>
          </p:cNvCxnSpPr>
          <p:nvPr/>
        </p:nvCxnSpPr>
        <p:spPr>
          <a:xfrm>
            <a:off x="8710627" y="1972201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9A3A80BF-9D40-A73C-4BB5-76D966A60FDA}"/>
              </a:ext>
            </a:extLst>
          </p:cNvPr>
          <p:cNvCxnSpPr>
            <a:cxnSpLocks/>
          </p:cNvCxnSpPr>
          <p:nvPr/>
        </p:nvCxnSpPr>
        <p:spPr>
          <a:xfrm>
            <a:off x="8710627" y="245083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805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7B0E2-3370-AAD5-2623-B303859EF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70D8426-2A55-FF4F-4154-22846E728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BFC3F-F4EF-957D-7F4A-9792952527D1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0C37F-9AC3-4CB3-B148-ACB9B36365FC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DD7E6E-D72F-85E5-3669-1DA3F7442956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мото­стрелковая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AC876A-6549-293A-5035-3E9B2BEAEB2B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CD85EB-2075-99BB-149B-EBAB7F7D024E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F0392D-244C-1593-1388-F2F78AC2FB9B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372ADD-80FC-2306-7BB8-86BEEB2873A3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516243-651D-CCB6-0D81-90EB5BEEDCAF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5FA158-390B-278F-017B-E12D8F4557C9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4BF89D95-A49C-EE14-CB7E-674DAA37A825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C75CFB12-5D17-B0B5-CB9E-8593AF07E1F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E1F897D0-768B-CD8D-89BF-B2504F290BC3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04839F24-2540-618B-4ACD-7539D95EA8D2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757E8251-B255-C308-67B3-411BA3A47508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A81E6D77-CA5C-5718-C9E5-C8B6C7507FFC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06977F40-8510-8E7E-414B-C7DB292620E2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8122FF34-D829-7DB7-A1D7-289E3452F21E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3427E9DB-3D87-549E-D991-6368F5DEF706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AC767995-EB1E-BD61-3DA6-4BB5A41C60F7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430636B8-F2A0-C864-3F23-C19425BCB491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34C1C24B-0DC9-57B1-D389-9E07FAADAB08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A2FFC10-5BB4-3ECE-294E-500C28820B80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B8D4F-EFC8-4160-DBA7-32417575D303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F0DDFC-D497-D995-BB70-41041CB4406B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1D4BFC-8A38-EAA0-B699-00EBB04B874C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DB1FE76E-102D-5AF5-6F91-5259A8D7AFA6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F2545795-EB3E-12A3-8204-4C19F639DA0A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98F613A6-C247-31C6-C218-66754508681F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5FFB1383-A070-8293-4BFE-BE389CC28C7D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D0BE99D-3420-95E4-AEE4-2B7CF7286FCF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582886-3D72-8433-46A4-5430A26FEC9A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A564C9-FDFC-CFF3-198C-53597A0D3D7B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7A9C84-73A1-90C9-E9FD-97DA7A120184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37732E-F23D-9A2A-4859-E7A1DE3DEF1A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819404D6-91D6-B12D-8866-C7703A1AA198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81789A4E-CECD-C79D-41CF-130D76BCE324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9531175C-FA52-8B13-05FB-3AC2C70A39BD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778E9961-F768-B22D-96C4-B98A84FA71B3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11FB3101-5064-3823-B623-707069B0197A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7CC0BB93-2AC0-CE07-D01C-B90B149100D4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09E423C0-BF84-5F31-C3B5-22640C7645D0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D977CB-0A57-C1B6-6D53-A9A4B9FD92C7}"/>
              </a:ext>
            </a:extLst>
          </p:cNvPr>
          <p:cNvSpPr txBox="1"/>
          <p:nvPr/>
        </p:nvSpPr>
        <p:spPr>
          <a:xfrm>
            <a:off x="1356051" y="3747429"/>
            <a:ext cx="54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21AD2F17-5FA8-F74E-AED1-11892C522A35}"/>
              </a:ext>
            </a:extLst>
          </p:cNvPr>
          <p:cNvCxnSpPr/>
          <p:nvPr/>
        </p:nvCxnSpPr>
        <p:spPr>
          <a:xfrm>
            <a:off x="2501854" y="1309343"/>
            <a:ext cx="506831" cy="472143"/>
          </a:xfrm>
          <a:prstGeom prst="bentConnector3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A6C01129-D279-8A34-F530-8AACEE05E5FD}"/>
              </a:ext>
            </a:extLst>
          </p:cNvPr>
          <p:cNvCxnSpPr>
            <a:cxnSpLocks/>
          </p:cNvCxnSpPr>
          <p:nvPr/>
        </p:nvCxnSpPr>
        <p:spPr>
          <a:xfrm rot="5400000">
            <a:off x="2097561" y="2438405"/>
            <a:ext cx="1565904" cy="252069"/>
          </a:xfrm>
          <a:prstGeom prst="bentConnector3">
            <a:avLst>
              <a:gd name="adj1" fmla="val 6490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851F9D96-FBB7-385A-9811-2D9DFE003C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5751" y="3354187"/>
            <a:ext cx="918727" cy="580768"/>
          </a:xfrm>
          <a:prstGeom prst="bentConnector3">
            <a:avLst>
              <a:gd name="adj1" fmla="val 4170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D91B18D4-DF6C-7D93-2EF5-BA0F32249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36" y="4122406"/>
            <a:ext cx="142549" cy="14254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43D8D8D4-1A23-73F4-D0AE-7FDB34292383}"/>
              </a:ext>
            </a:extLst>
          </p:cNvPr>
          <p:cNvSpPr txBox="1"/>
          <p:nvPr/>
        </p:nvSpPr>
        <p:spPr>
          <a:xfrm>
            <a:off x="1505910" y="4063506"/>
            <a:ext cx="378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х12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2B6954F-C098-E913-B8B0-9E02F6B950E3}"/>
              </a:ext>
            </a:extLst>
          </p:cNvPr>
          <p:cNvSpPr txBox="1"/>
          <p:nvPr/>
        </p:nvSpPr>
        <p:spPr>
          <a:xfrm>
            <a:off x="5348336" y="1203520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57229D-DB1A-EB49-F915-2CDEA83361A5}"/>
              </a:ext>
            </a:extLst>
          </p:cNvPr>
          <p:cNvSpPr txBox="1"/>
          <p:nvPr/>
        </p:nvSpPr>
        <p:spPr>
          <a:xfrm>
            <a:off x="5348336" y="1515558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звод 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x2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DAF5A37-4AEE-1DAF-3F2F-009873EB96E3}"/>
              </a:ext>
            </a:extLst>
          </p:cNvPr>
          <p:cNvSpPr txBox="1"/>
          <p:nvPr/>
        </p:nvSpPr>
        <p:spPr>
          <a:xfrm>
            <a:off x="5335636" y="1816191"/>
            <a:ext cx="918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120-мм миномет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BEB90353-6DC2-A66E-1760-F3387EFDFB4E}"/>
              </a:ext>
            </a:extLst>
          </p:cNvPr>
          <p:cNvGrpSpPr/>
          <p:nvPr/>
        </p:nvGrpSpPr>
        <p:grpSpPr>
          <a:xfrm>
            <a:off x="6194521" y="1193927"/>
            <a:ext cx="449889" cy="230832"/>
            <a:chOff x="6096000" y="3198168"/>
            <a:chExt cx="449889" cy="230832"/>
          </a:xfrm>
        </p:grpSpPr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F64D07C4-1F9D-8155-8E11-3CAD8165C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B87CE4A-942E-5D51-6A70-2293BE848190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х10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906620FB-BB3A-FAD6-93CD-387C3EDDDAB9}"/>
              </a:ext>
            </a:extLst>
          </p:cNvPr>
          <p:cNvGrpSpPr/>
          <p:nvPr/>
        </p:nvGrpSpPr>
        <p:grpSpPr>
          <a:xfrm>
            <a:off x="6040850" y="1495212"/>
            <a:ext cx="449889" cy="230832"/>
            <a:chOff x="5413335" y="4247357"/>
            <a:chExt cx="449889" cy="230832"/>
          </a:xfrm>
        </p:grpSpPr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09D8A35F-071E-4917-9DFF-93263B649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335" y="4306257"/>
              <a:ext cx="142549" cy="142549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B672116-D16B-0E86-E6E3-23358DA66AB0}"/>
                </a:ext>
              </a:extLst>
            </p:cNvPr>
            <p:cNvSpPr txBox="1"/>
            <p:nvPr/>
          </p:nvSpPr>
          <p:spPr>
            <a:xfrm>
              <a:off x="5484609" y="4247357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C9E04262-3B1D-E0A4-4096-2F3668E3851F}"/>
              </a:ext>
            </a:extLst>
          </p:cNvPr>
          <p:cNvCxnSpPr>
            <a:cxnSpLocks/>
          </p:cNvCxnSpPr>
          <p:nvPr/>
        </p:nvCxnSpPr>
        <p:spPr>
          <a:xfrm>
            <a:off x="5268686" y="761827"/>
            <a:ext cx="0" cy="126709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EFD2974C-6890-8D73-9EF1-525BA0DBC678}"/>
              </a:ext>
            </a:extLst>
          </p:cNvPr>
          <p:cNvCxnSpPr>
            <a:cxnSpLocks/>
          </p:cNvCxnSpPr>
          <p:nvPr/>
        </p:nvCxnSpPr>
        <p:spPr>
          <a:xfrm>
            <a:off x="5268686" y="135497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0073B674-8688-7346-BEFA-4A8964CB361E}"/>
              </a:ext>
            </a:extLst>
          </p:cNvPr>
          <p:cNvCxnSpPr>
            <a:cxnSpLocks/>
          </p:cNvCxnSpPr>
          <p:nvPr/>
        </p:nvCxnSpPr>
        <p:spPr>
          <a:xfrm>
            <a:off x="5274007" y="1653254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BCFB536A-3245-D4A7-DEF0-13587FA765EB}"/>
              </a:ext>
            </a:extLst>
          </p:cNvPr>
          <p:cNvCxnSpPr>
            <a:cxnSpLocks/>
          </p:cNvCxnSpPr>
          <p:nvPr/>
        </p:nvCxnSpPr>
        <p:spPr>
          <a:xfrm>
            <a:off x="5274007" y="2017585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4760295-08F3-A7C5-7708-504B22CF4808}"/>
              </a:ext>
            </a:extLst>
          </p:cNvPr>
          <p:cNvSpPr txBox="1"/>
          <p:nvPr/>
        </p:nvSpPr>
        <p:spPr>
          <a:xfrm>
            <a:off x="6026762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61E2B6-3F1B-088F-974E-165F85656240}"/>
              </a:ext>
            </a:extLst>
          </p:cNvPr>
          <p:cNvSpPr txBox="1"/>
          <p:nvPr/>
        </p:nvSpPr>
        <p:spPr>
          <a:xfrm>
            <a:off x="7227370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отделе­ние противотанковых управляемых ракет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FF87B71C-7BC9-CCE3-1AFC-B0E96E4865D5}"/>
              </a:ext>
            </a:extLst>
          </p:cNvPr>
          <p:cNvGrpSpPr/>
          <p:nvPr/>
        </p:nvGrpSpPr>
        <p:grpSpPr>
          <a:xfrm>
            <a:off x="6316614" y="2706630"/>
            <a:ext cx="449889" cy="230832"/>
            <a:chOff x="6096000" y="3198168"/>
            <a:chExt cx="449889" cy="230832"/>
          </a:xfrm>
        </p:grpSpPr>
        <p:pic>
          <p:nvPicPr>
            <p:cNvPr id="51" name="Рисунок 50">
              <a:extLst>
                <a:ext uri="{FF2B5EF4-FFF2-40B4-BE49-F238E27FC236}">
                  <a16:creationId xmlns:a16="http://schemas.microsoft.com/office/drawing/2014/main" id="{F824FB09-C21D-C578-7247-F20EA2757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B657E35-1F25-0062-CBA7-60743473EC76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х8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93FB7E30-A14C-898A-2850-EE776B2EAD8F}"/>
              </a:ext>
            </a:extLst>
          </p:cNvPr>
          <p:cNvSpPr txBox="1"/>
          <p:nvPr/>
        </p:nvSpPr>
        <p:spPr>
          <a:xfrm>
            <a:off x="5638450" y="2900991"/>
            <a:ext cx="1082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гранатомет СПГ-9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6C870B-AE90-4281-87E1-FE9069464425}"/>
              </a:ext>
            </a:extLst>
          </p:cNvPr>
          <p:cNvSpPr txBox="1"/>
          <p:nvPr/>
        </p:nvSpPr>
        <p:spPr>
          <a:xfrm>
            <a:off x="7902836" y="2976581"/>
            <a:ext cx="12792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ПТУРС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D63169B5-A180-7544-244B-6C1C3B01678A}"/>
              </a:ext>
            </a:extLst>
          </p:cNvPr>
          <p:cNvGrpSpPr/>
          <p:nvPr/>
        </p:nvGrpSpPr>
        <p:grpSpPr>
          <a:xfrm>
            <a:off x="7993971" y="2705602"/>
            <a:ext cx="449889" cy="230832"/>
            <a:chOff x="6096000" y="3198168"/>
            <a:chExt cx="449889" cy="230832"/>
          </a:xfrm>
        </p:grpSpPr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id="{636C53D7-B10C-4DE1-D21F-75E9DD6E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8A78B9D-353D-0834-AD53-011D8843733A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х6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292ECAD5-F12A-B809-1078-23B486E9B191}"/>
              </a:ext>
            </a:extLst>
          </p:cNvPr>
          <p:cNvCxnSpPr>
            <a:cxnSpLocks/>
          </p:cNvCxnSpPr>
          <p:nvPr/>
        </p:nvCxnSpPr>
        <p:spPr>
          <a:xfrm>
            <a:off x="7246777" y="1063112"/>
            <a:ext cx="0" cy="718374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2C3987BB-C67A-47F9-CEED-999F640B81F8}"/>
              </a:ext>
            </a:extLst>
          </p:cNvPr>
          <p:cNvCxnSpPr>
            <a:cxnSpLocks/>
            <a:endCxn id="22" idx="0"/>
          </p:cNvCxnSpPr>
          <p:nvPr/>
        </p:nvCxnSpPr>
        <p:spPr>
          <a:xfrm rot="10800000" flipV="1">
            <a:off x="6666366" y="1781486"/>
            <a:ext cx="599925" cy="202395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A38B9C5C-6BD8-C555-1963-EFE55CC6BCD0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7257630" y="1781486"/>
            <a:ext cx="609343" cy="202396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D63B9F57-985A-F59D-1B10-9C589026A077}"/>
              </a:ext>
            </a:extLst>
          </p:cNvPr>
          <p:cNvCxnSpPr>
            <a:cxnSpLocks/>
          </p:cNvCxnSpPr>
          <p:nvPr/>
        </p:nvCxnSpPr>
        <p:spPr>
          <a:xfrm>
            <a:off x="6892801" y="2696530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EA728A95-01B5-96F4-4F0B-1F4DB36EB019}"/>
              </a:ext>
            </a:extLst>
          </p:cNvPr>
          <p:cNvCxnSpPr>
            <a:cxnSpLocks/>
          </p:cNvCxnSpPr>
          <p:nvPr/>
        </p:nvCxnSpPr>
        <p:spPr>
          <a:xfrm>
            <a:off x="7639719" y="2691768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85D4B55D-FCAD-8626-2603-4A70C642FB02}"/>
              </a:ext>
            </a:extLst>
          </p:cNvPr>
          <p:cNvCxnSpPr>
            <a:cxnSpLocks/>
          </p:cNvCxnSpPr>
          <p:nvPr/>
        </p:nvCxnSpPr>
        <p:spPr>
          <a:xfrm>
            <a:off x="7639719" y="2835776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E87FF444-BA37-8340-29FC-5DC412A66758}"/>
              </a:ext>
            </a:extLst>
          </p:cNvPr>
          <p:cNvCxnSpPr>
            <a:cxnSpLocks/>
          </p:cNvCxnSpPr>
          <p:nvPr/>
        </p:nvCxnSpPr>
        <p:spPr>
          <a:xfrm>
            <a:off x="7639719" y="3099691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FA3A5546-666B-3D94-E76B-9E1082619A67}"/>
              </a:ext>
            </a:extLst>
          </p:cNvPr>
          <p:cNvCxnSpPr>
            <a:cxnSpLocks/>
          </p:cNvCxnSpPr>
          <p:nvPr/>
        </p:nvCxnSpPr>
        <p:spPr>
          <a:xfrm flipH="1">
            <a:off x="6672715" y="3099691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D65FBA4A-865D-D021-C1B9-249E38657BA4}"/>
              </a:ext>
            </a:extLst>
          </p:cNvPr>
          <p:cNvCxnSpPr>
            <a:cxnSpLocks/>
          </p:cNvCxnSpPr>
          <p:nvPr/>
        </p:nvCxnSpPr>
        <p:spPr>
          <a:xfrm flipH="1">
            <a:off x="6672715" y="2825525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DD313F1-860C-6C05-36AC-E7AE2F888CAE}"/>
              </a:ext>
            </a:extLst>
          </p:cNvPr>
          <p:cNvSpPr txBox="1"/>
          <p:nvPr/>
        </p:nvSpPr>
        <p:spPr>
          <a:xfrm>
            <a:off x="8772163" y="1298516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9027B6-A8F5-BB3B-8AB6-8EDEE4D7C4A3}"/>
              </a:ext>
            </a:extLst>
          </p:cNvPr>
          <p:cNvSpPr txBox="1"/>
          <p:nvPr/>
        </p:nvSpPr>
        <p:spPr>
          <a:xfrm>
            <a:off x="8772163" y="175481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C427E8-83F7-48C6-AD34-E28BFD820CED}"/>
              </a:ext>
            </a:extLst>
          </p:cNvPr>
          <p:cNvSpPr txBox="1"/>
          <p:nvPr/>
        </p:nvSpPr>
        <p:spPr>
          <a:xfrm>
            <a:off x="8772163" y="223723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61BD30D0-E93A-561C-B591-8445C4E6E4B4}"/>
              </a:ext>
            </a:extLst>
          </p:cNvPr>
          <p:cNvCxnSpPr>
            <a:cxnSpLocks/>
          </p:cNvCxnSpPr>
          <p:nvPr/>
        </p:nvCxnSpPr>
        <p:spPr>
          <a:xfrm>
            <a:off x="8705306" y="1326630"/>
            <a:ext cx="0" cy="1133201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240B3F1C-2731-E3BD-C98E-E761B1E3CD41}"/>
              </a:ext>
            </a:extLst>
          </p:cNvPr>
          <p:cNvCxnSpPr>
            <a:cxnSpLocks/>
          </p:cNvCxnSpPr>
          <p:nvPr/>
        </p:nvCxnSpPr>
        <p:spPr>
          <a:xfrm>
            <a:off x="8705306" y="1502469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B5674F52-B4BE-606F-0EA4-B6E12EA8B8C5}"/>
              </a:ext>
            </a:extLst>
          </p:cNvPr>
          <p:cNvCxnSpPr>
            <a:cxnSpLocks/>
          </p:cNvCxnSpPr>
          <p:nvPr/>
        </p:nvCxnSpPr>
        <p:spPr>
          <a:xfrm>
            <a:off x="8710627" y="1972201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B3B76320-999D-E16F-ABD2-C3F65F991859}"/>
              </a:ext>
            </a:extLst>
          </p:cNvPr>
          <p:cNvCxnSpPr>
            <a:cxnSpLocks/>
          </p:cNvCxnSpPr>
          <p:nvPr/>
        </p:nvCxnSpPr>
        <p:spPr>
          <a:xfrm>
            <a:off x="8710627" y="245083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52E62E1-F3F7-093F-3711-1F53A3044580}"/>
              </a:ext>
            </a:extLst>
          </p:cNvPr>
          <p:cNvSpPr txBox="1"/>
          <p:nvPr/>
        </p:nvSpPr>
        <p:spPr>
          <a:xfrm>
            <a:off x="9435314" y="1102497"/>
            <a:ext cx="1059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80B8C5-1693-927E-14DE-DB3491600AB7}"/>
              </a:ext>
            </a:extLst>
          </p:cNvPr>
          <p:cNvSpPr txBox="1"/>
          <p:nvPr/>
        </p:nvSpPr>
        <p:spPr>
          <a:xfrm>
            <a:off x="9388351" y="1539192"/>
            <a:ext cx="11053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2DB430-4825-3C5A-A144-16B23397AA54}"/>
              </a:ext>
            </a:extLst>
          </p:cNvPr>
          <p:cNvSpPr txBox="1"/>
          <p:nvPr/>
        </p:nvSpPr>
        <p:spPr>
          <a:xfrm>
            <a:off x="9214523" y="2220057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3E279D4E-1DB9-A16E-302F-DADDC5382631}"/>
              </a:ext>
            </a:extLst>
          </p:cNvPr>
          <p:cNvGrpSpPr/>
          <p:nvPr/>
        </p:nvGrpSpPr>
        <p:grpSpPr>
          <a:xfrm>
            <a:off x="10101237" y="2594693"/>
            <a:ext cx="449889" cy="230832"/>
            <a:chOff x="6096000" y="3198168"/>
            <a:chExt cx="449889" cy="230832"/>
          </a:xfrm>
        </p:grpSpPr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7B7F4C0C-7F66-E284-694A-31990BC0F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72AE9A1-8C2A-053D-6498-3E9F670EDB1D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3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1910C0DC-8724-7AB7-E6A2-9E3E9413E89B}"/>
              </a:ext>
            </a:extLst>
          </p:cNvPr>
          <p:cNvSpPr txBox="1"/>
          <p:nvPr/>
        </p:nvSpPr>
        <p:spPr>
          <a:xfrm>
            <a:off x="9214502" y="2879189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155D4678-3A1F-84A7-3EEB-3039D965BDCF}"/>
              </a:ext>
            </a:extLst>
          </p:cNvPr>
          <p:cNvGrpSpPr/>
          <p:nvPr/>
        </p:nvGrpSpPr>
        <p:grpSpPr>
          <a:xfrm>
            <a:off x="10096668" y="3238771"/>
            <a:ext cx="449889" cy="230832"/>
            <a:chOff x="6096000" y="3198168"/>
            <a:chExt cx="449889" cy="230832"/>
          </a:xfrm>
        </p:grpSpPr>
        <p:pic>
          <p:nvPicPr>
            <p:cNvPr id="99" name="Рисунок 98">
              <a:extLst>
                <a:ext uri="{FF2B5EF4-FFF2-40B4-BE49-F238E27FC236}">
                  <a16:creationId xmlns:a16="http://schemas.microsoft.com/office/drawing/2014/main" id="{4BB07F29-EF6E-6C6A-383D-DFFB4B49C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7EDB709-1F20-9D0D-9AFF-B0FF0DC61EA4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4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05" name="Прямая соединительная линия 104">
            <a:extLst>
              <a:ext uri="{FF2B5EF4-FFF2-40B4-BE49-F238E27FC236}">
                <a16:creationId xmlns:a16="http://schemas.microsoft.com/office/drawing/2014/main" id="{B8BA02B2-B758-5D69-4523-8195CE4591B8}"/>
              </a:ext>
            </a:extLst>
          </p:cNvPr>
          <p:cNvCxnSpPr>
            <a:cxnSpLocks/>
          </p:cNvCxnSpPr>
          <p:nvPr/>
        </p:nvCxnSpPr>
        <p:spPr>
          <a:xfrm>
            <a:off x="10599571" y="1084428"/>
            <a:ext cx="0" cy="201526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C35D7EFA-A0B0-A568-B4B7-E0F521BCAAFD}"/>
              </a:ext>
            </a:extLst>
          </p:cNvPr>
          <p:cNvCxnSpPr>
            <a:cxnSpLocks/>
          </p:cNvCxnSpPr>
          <p:nvPr/>
        </p:nvCxnSpPr>
        <p:spPr>
          <a:xfrm flipH="1">
            <a:off x="10428740" y="1298516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3BA07BF1-A689-4F97-85CC-0A6CBA4120CE}"/>
              </a:ext>
            </a:extLst>
          </p:cNvPr>
          <p:cNvCxnSpPr>
            <a:cxnSpLocks/>
          </p:cNvCxnSpPr>
          <p:nvPr/>
        </p:nvCxnSpPr>
        <p:spPr>
          <a:xfrm flipH="1">
            <a:off x="10428740" y="1843743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0D80CC36-140B-85BC-4E64-68EF9C64B541}"/>
              </a:ext>
            </a:extLst>
          </p:cNvPr>
          <p:cNvCxnSpPr>
            <a:cxnSpLocks/>
          </p:cNvCxnSpPr>
          <p:nvPr/>
        </p:nvCxnSpPr>
        <p:spPr>
          <a:xfrm flipH="1">
            <a:off x="10428740" y="2437290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C1CB93B8-7686-4C9C-43A5-A65FA12E9495}"/>
              </a:ext>
            </a:extLst>
          </p:cNvPr>
          <p:cNvCxnSpPr>
            <a:cxnSpLocks/>
          </p:cNvCxnSpPr>
          <p:nvPr/>
        </p:nvCxnSpPr>
        <p:spPr>
          <a:xfrm flipH="1">
            <a:off x="10428740" y="3099691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568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DC6C-B85E-C109-231E-F96A7B8C1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3B2A646-EA2C-02DF-F70D-1FEEAC2D1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CAEC9F-88A4-B48D-DD73-2A575791C3D2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B97BC-632F-C2E5-DED6-E2E153490063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10D87E-A460-A5E3-6961-2EE00800798B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</a:t>
            </a:r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ая</a:t>
            </a:r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48EAB6-BB3A-3ED9-097C-707D25110C83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FE022E-F051-5A5E-31C3-68EBEF8B1751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7B23F8-91E6-3034-3F3E-41E849E092E8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D01EAD-0EFD-9D76-58A5-79D884FEE643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562E08-2199-45FF-85A6-DAE4F1E37637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46B5FF-2113-8E2F-FAEA-DF5C7D1BBA7A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A00AC705-7B3D-8273-24D5-6F793FA83813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4DBED0BC-37EC-C5E8-471A-1B49E6326C60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1630696E-53DB-824F-A2B8-F709F6C9D645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A003AEF0-1F73-7906-8EB1-2D4CACB055AD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C9215A95-C105-B8D3-C1A4-4F5A7F12C981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CC0AE0AC-57E6-2060-4658-F0A8454A6223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D7A8BEF7-2052-9404-9551-16F8F364A553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3F4CBE96-E79F-181A-FF1E-D65C896C599C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0A8DE4A-870E-77BD-7095-EB84710A267E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2D8A95A1-5F17-FE96-08D6-EBBC36C08064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E07767C8-03F1-3466-1A02-DC2718418376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DED1DFF3-3028-AE4A-B4DB-62920512F8D5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5BD603D-A67E-CA49-36E7-20D56F780419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5F8B5-1ECD-4655-6991-6C9BE9B7B935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C8103-80DA-25D8-7491-A4049F826785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94BAF8-2A48-2B85-A885-798F092D8491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4C749197-D871-46DC-30F9-A96E4A58B3F5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0BD9ED4E-482B-A2EA-8069-94A385BFE6A9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E477B11E-E97D-2C81-22BD-85A877F2BAD6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B69A20AF-FCDB-EBE8-5850-9EF4C2C4C13F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0D3ED7C-041A-A185-DA87-EA097F522EC2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9100D-0EF5-8F5F-5F0C-241604CC89DC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255D2C-F056-7E8B-DF0D-19E6C639408B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509F42-A17B-DC80-D4D2-C33A8DFB2EAA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A65072-8CCD-3486-2648-FBD70F7ABD53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A9CBD8F7-D42F-0A07-E07F-CC58B354F151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66A5C8FC-980F-8A1E-2759-E6AB85715E96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A12672C3-590C-BCAE-6977-8BE33C33B0B5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874A9832-E369-BF9C-75AB-19DE2514EFCB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7DF8E9D9-46A3-6012-3B06-33E9DED2B42D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59ADA4CD-DBAA-BD4A-94B3-D6956CF1F220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08E4C85-BB57-24D2-D267-084E93387F89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A52BDAE-8205-B971-2EDD-3D9DC6A554AB}"/>
              </a:ext>
            </a:extLst>
          </p:cNvPr>
          <p:cNvSpPr txBox="1"/>
          <p:nvPr/>
        </p:nvSpPr>
        <p:spPr>
          <a:xfrm>
            <a:off x="1356051" y="3747429"/>
            <a:ext cx="54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BDD1DCD6-3CB1-B22D-AB22-8601F937338F}"/>
              </a:ext>
            </a:extLst>
          </p:cNvPr>
          <p:cNvCxnSpPr/>
          <p:nvPr/>
        </p:nvCxnSpPr>
        <p:spPr>
          <a:xfrm>
            <a:off x="2501854" y="1309343"/>
            <a:ext cx="506831" cy="472143"/>
          </a:xfrm>
          <a:prstGeom prst="bentConnector3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6D4CA9E7-F39D-0D47-EACE-FBC7170D8900}"/>
              </a:ext>
            </a:extLst>
          </p:cNvPr>
          <p:cNvCxnSpPr>
            <a:cxnSpLocks/>
          </p:cNvCxnSpPr>
          <p:nvPr/>
        </p:nvCxnSpPr>
        <p:spPr>
          <a:xfrm rot="5400000">
            <a:off x="2097561" y="2438405"/>
            <a:ext cx="1565904" cy="252069"/>
          </a:xfrm>
          <a:prstGeom prst="bentConnector3">
            <a:avLst>
              <a:gd name="adj1" fmla="val 6490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B85D402A-9D51-F759-63E9-5BECBA949BA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5751" y="3354187"/>
            <a:ext cx="918727" cy="580768"/>
          </a:xfrm>
          <a:prstGeom prst="bentConnector3">
            <a:avLst>
              <a:gd name="adj1" fmla="val 4170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68496AC1-6FBF-2FC1-68E9-C44EC82BD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36" y="4122406"/>
            <a:ext cx="142549" cy="14254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87A44A2C-5BA1-F27F-F12E-B2419E1E9D72}"/>
              </a:ext>
            </a:extLst>
          </p:cNvPr>
          <p:cNvSpPr txBox="1"/>
          <p:nvPr/>
        </p:nvSpPr>
        <p:spPr>
          <a:xfrm>
            <a:off x="1505910" y="4063506"/>
            <a:ext cx="378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х12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0F0785-5850-529E-106C-AF5FE15135C0}"/>
              </a:ext>
            </a:extLst>
          </p:cNvPr>
          <p:cNvSpPr txBox="1"/>
          <p:nvPr/>
        </p:nvSpPr>
        <p:spPr>
          <a:xfrm>
            <a:off x="5348336" y="1203520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ECA4EFC-5965-C394-5966-B504571C995C}"/>
              </a:ext>
            </a:extLst>
          </p:cNvPr>
          <p:cNvSpPr txBox="1"/>
          <p:nvPr/>
        </p:nvSpPr>
        <p:spPr>
          <a:xfrm>
            <a:off x="5348336" y="1515558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звод 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x2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F659CC0-4AED-A993-3D7E-163E6CE4F479}"/>
              </a:ext>
            </a:extLst>
          </p:cNvPr>
          <p:cNvSpPr txBox="1"/>
          <p:nvPr/>
        </p:nvSpPr>
        <p:spPr>
          <a:xfrm>
            <a:off x="5335636" y="1816191"/>
            <a:ext cx="918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120-мм миномет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62B371F6-42FA-F368-30FD-03F6252E6477}"/>
              </a:ext>
            </a:extLst>
          </p:cNvPr>
          <p:cNvGrpSpPr/>
          <p:nvPr/>
        </p:nvGrpSpPr>
        <p:grpSpPr>
          <a:xfrm>
            <a:off x="6194521" y="1193927"/>
            <a:ext cx="449889" cy="230832"/>
            <a:chOff x="6096000" y="3198168"/>
            <a:chExt cx="449889" cy="230832"/>
          </a:xfrm>
        </p:grpSpPr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DD8C2FB2-C192-7AA8-1846-2C6DF2EEF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C69286C-73C7-B48C-8692-F1F740792ABC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х10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DFEDD57D-CC96-868F-66FC-DFE34483B488}"/>
              </a:ext>
            </a:extLst>
          </p:cNvPr>
          <p:cNvGrpSpPr/>
          <p:nvPr/>
        </p:nvGrpSpPr>
        <p:grpSpPr>
          <a:xfrm>
            <a:off x="6040850" y="1495212"/>
            <a:ext cx="449889" cy="230832"/>
            <a:chOff x="5413335" y="4247357"/>
            <a:chExt cx="449889" cy="230832"/>
          </a:xfrm>
        </p:grpSpPr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005B0241-F145-D7AD-4A3E-C38D318C0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335" y="4306257"/>
              <a:ext cx="142549" cy="142549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903BC6A-D91D-DA61-E66F-BF1C3D12D141}"/>
                </a:ext>
              </a:extLst>
            </p:cNvPr>
            <p:cNvSpPr txBox="1"/>
            <p:nvPr/>
          </p:nvSpPr>
          <p:spPr>
            <a:xfrm>
              <a:off x="5484609" y="4247357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8034E54E-11D1-49CA-B69F-11D316F03938}"/>
              </a:ext>
            </a:extLst>
          </p:cNvPr>
          <p:cNvCxnSpPr>
            <a:cxnSpLocks/>
          </p:cNvCxnSpPr>
          <p:nvPr/>
        </p:nvCxnSpPr>
        <p:spPr>
          <a:xfrm>
            <a:off x="5268686" y="761827"/>
            <a:ext cx="0" cy="126709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3B2E7BAF-2E09-3A96-35CE-580B1A467A58}"/>
              </a:ext>
            </a:extLst>
          </p:cNvPr>
          <p:cNvCxnSpPr>
            <a:cxnSpLocks/>
          </p:cNvCxnSpPr>
          <p:nvPr/>
        </p:nvCxnSpPr>
        <p:spPr>
          <a:xfrm>
            <a:off x="5268686" y="135497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EA7A1A47-C370-73F6-961B-EBCDC6CD8F0E}"/>
              </a:ext>
            </a:extLst>
          </p:cNvPr>
          <p:cNvCxnSpPr>
            <a:cxnSpLocks/>
          </p:cNvCxnSpPr>
          <p:nvPr/>
        </p:nvCxnSpPr>
        <p:spPr>
          <a:xfrm>
            <a:off x="5274007" y="1653254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54B62110-79F0-86E8-4381-C70F37EF8A09}"/>
              </a:ext>
            </a:extLst>
          </p:cNvPr>
          <p:cNvCxnSpPr>
            <a:cxnSpLocks/>
          </p:cNvCxnSpPr>
          <p:nvPr/>
        </p:nvCxnSpPr>
        <p:spPr>
          <a:xfrm>
            <a:off x="5274007" y="2017585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697863A-B168-1014-A5E5-B2419ABBB005}"/>
              </a:ext>
            </a:extLst>
          </p:cNvPr>
          <p:cNvSpPr txBox="1"/>
          <p:nvPr/>
        </p:nvSpPr>
        <p:spPr>
          <a:xfrm>
            <a:off x="6026762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FCCF4B-105D-5038-B5DB-4D9E2541FD3D}"/>
              </a:ext>
            </a:extLst>
          </p:cNvPr>
          <p:cNvSpPr txBox="1"/>
          <p:nvPr/>
        </p:nvSpPr>
        <p:spPr>
          <a:xfrm>
            <a:off x="7227370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отделе­ние противотанковых управляемых ракет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276F7874-D959-9D7F-99CF-1A65DFA1C3B8}"/>
              </a:ext>
            </a:extLst>
          </p:cNvPr>
          <p:cNvGrpSpPr/>
          <p:nvPr/>
        </p:nvGrpSpPr>
        <p:grpSpPr>
          <a:xfrm>
            <a:off x="6316614" y="2706630"/>
            <a:ext cx="449889" cy="230832"/>
            <a:chOff x="6096000" y="3198168"/>
            <a:chExt cx="449889" cy="230832"/>
          </a:xfrm>
        </p:grpSpPr>
        <p:pic>
          <p:nvPicPr>
            <p:cNvPr id="51" name="Рисунок 50">
              <a:extLst>
                <a:ext uri="{FF2B5EF4-FFF2-40B4-BE49-F238E27FC236}">
                  <a16:creationId xmlns:a16="http://schemas.microsoft.com/office/drawing/2014/main" id="{D5069B74-A74B-1C44-4BDA-6E6E2DC67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80E92A5-687D-6650-6FA9-202A876E8D15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х8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AA177255-E7B6-74FA-1605-ED82195B4ACF}"/>
              </a:ext>
            </a:extLst>
          </p:cNvPr>
          <p:cNvSpPr txBox="1"/>
          <p:nvPr/>
        </p:nvSpPr>
        <p:spPr>
          <a:xfrm>
            <a:off x="5802013" y="2900991"/>
            <a:ext cx="918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гранатомет СПГ-9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5D84BF-D829-7CDC-3C27-7BF110370612}"/>
              </a:ext>
            </a:extLst>
          </p:cNvPr>
          <p:cNvSpPr txBox="1"/>
          <p:nvPr/>
        </p:nvSpPr>
        <p:spPr>
          <a:xfrm>
            <a:off x="7902836" y="2976581"/>
            <a:ext cx="1279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ПТУРС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3D44F345-878B-DF1D-89A3-2A80DABEA340}"/>
              </a:ext>
            </a:extLst>
          </p:cNvPr>
          <p:cNvGrpSpPr/>
          <p:nvPr/>
        </p:nvGrpSpPr>
        <p:grpSpPr>
          <a:xfrm>
            <a:off x="7993971" y="2705602"/>
            <a:ext cx="449889" cy="230832"/>
            <a:chOff x="6096000" y="3198168"/>
            <a:chExt cx="449889" cy="230832"/>
          </a:xfrm>
        </p:grpSpPr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id="{7EF8729F-395F-3478-A7FE-408321C44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F718B30-FCCD-75CF-68D1-73AB7B3830F5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х6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1C177589-BC52-FA2D-B5BC-F3338BF3CE67}"/>
              </a:ext>
            </a:extLst>
          </p:cNvPr>
          <p:cNvCxnSpPr>
            <a:cxnSpLocks/>
          </p:cNvCxnSpPr>
          <p:nvPr/>
        </p:nvCxnSpPr>
        <p:spPr>
          <a:xfrm>
            <a:off x="7246777" y="1063112"/>
            <a:ext cx="0" cy="718374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E35BB280-B13B-6B10-ECD6-0409E277B919}"/>
              </a:ext>
            </a:extLst>
          </p:cNvPr>
          <p:cNvCxnSpPr>
            <a:cxnSpLocks/>
            <a:endCxn id="22" idx="0"/>
          </p:cNvCxnSpPr>
          <p:nvPr/>
        </p:nvCxnSpPr>
        <p:spPr>
          <a:xfrm rot="10800000" flipV="1">
            <a:off x="6666366" y="1781486"/>
            <a:ext cx="599925" cy="202395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349FE8E1-49F2-27AF-0DEC-C29D41B16873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7257630" y="1781486"/>
            <a:ext cx="609343" cy="202396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06EAED98-1DAD-870D-C784-D5ABFCBE9807}"/>
              </a:ext>
            </a:extLst>
          </p:cNvPr>
          <p:cNvCxnSpPr>
            <a:cxnSpLocks/>
          </p:cNvCxnSpPr>
          <p:nvPr/>
        </p:nvCxnSpPr>
        <p:spPr>
          <a:xfrm>
            <a:off x="6892801" y="2696530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5F22C0FC-A004-7A9B-44EB-4C8AD3004A96}"/>
              </a:ext>
            </a:extLst>
          </p:cNvPr>
          <p:cNvCxnSpPr>
            <a:cxnSpLocks/>
          </p:cNvCxnSpPr>
          <p:nvPr/>
        </p:nvCxnSpPr>
        <p:spPr>
          <a:xfrm>
            <a:off x="7639719" y="2691768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83BADBF3-B5C4-455B-CEAD-149716E5C272}"/>
              </a:ext>
            </a:extLst>
          </p:cNvPr>
          <p:cNvCxnSpPr>
            <a:cxnSpLocks/>
          </p:cNvCxnSpPr>
          <p:nvPr/>
        </p:nvCxnSpPr>
        <p:spPr>
          <a:xfrm>
            <a:off x="7639719" y="2835776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97B7E2D0-4356-0428-EDD3-643DBBD5ECDC}"/>
              </a:ext>
            </a:extLst>
          </p:cNvPr>
          <p:cNvCxnSpPr>
            <a:cxnSpLocks/>
          </p:cNvCxnSpPr>
          <p:nvPr/>
        </p:nvCxnSpPr>
        <p:spPr>
          <a:xfrm>
            <a:off x="7639719" y="3099691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7EC73621-C46A-87F0-ED13-94E426BA13CA}"/>
              </a:ext>
            </a:extLst>
          </p:cNvPr>
          <p:cNvCxnSpPr>
            <a:cxnSpLocks/>
          </p:cNvCxnSpPr>
          <p:nvPr/>
        </p:nvCxnSpPr>
        <p:spPr>
          <a:xfrm flipH="1">
            <a:off x="6672715" y="3099691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45F9DB69-AA92-E0B8-B896-4E6E353CF89E}"/>
              </a:ext>
            </a:extLst>
          </p:cNvPr>
          <p:cNvCxnSpPr>
            <a:cxnSpLocks/>
          </p:cNvCxnSpPr>
          <p:nvPr/>
        </p:nvCxnSpPr>
        <p:spPr>
          <a:xfrm flipH="1">
            <a:off x="6672715" y="2825525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68EE2DC-02C2-D23C-F0AD-8392F40BA8D6}"/>
              </a:ext>
            </a:extLst>
          </p:cNvPr>
          <p:cNvSpPr txBox="1"/>
          <p:nvPr/>
        </p:nvSpPr>
        <p:spPr>
          <a:xfrm>
            <a:off x="8772163" y="1298516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6C05FE-1FBF-A17A-9771-2C78901D6311}"/>
              </a:ext>
            </a:extLst>
          </p:cNvPr>
          <p:cNvSpPr txBox="1"/>
          <p:nvPr/>
        </p:nvSpPr>
        <p:spPr>
          <a:xfrm>
            <a:off x="8772163" y="175481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5CBA81-F6EB-3369-19AD-F31B4F171A58}"/>
              </a:ext>
            </a:extLst>
          </p:cNvPr>
          <p:cNvSpPr txBox="1"/>
          <p:nvPr/>
        </p:nvSpPr>
        <p:spPr>
          <a:xfrm>
            <a:off x="8772163" y="223723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7A9CB592-E8B6-8472-5DEE-FFA1D7D4B0EA}"/>
              </a:ext>
            </a:extLst>
          </p:cNvPr>
          <p:cNvCxnSpPr>
            <a:cxnSpLocks/>
          </p:cNvCxnSpPr>
          <p:nvPr/>
        </p:nvCxnSpPr>
        <p:spPr>
          <a:xfrm>
            <a:off x="8705306" y="1326630"/>
            <a:ext cx="0" cy="1133201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058DAF8B-0724-F089-804D-3C92B0963149}"/>
              </a:ext>
            </a:extLst>
          </p:cNvPr>
          <p:cNvCxnSpPr>
            <a:cxnSpLocks/>
          </p:cNvCxnSpPr>
          <p:nvPr/>
        </p:nvCxnSpPr>
        <p:spPr>
          <a:xfrm>
            <a:off x="8705306" y="1502469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098431F1-1606-C4FB-8783-B968B2D774AC}"/>
              </a:ext>
            </a:extLst>
          </p:cNvPr>
          <p:cNvCxnSpPr>
            <a:cxnSpLocks/>
          </p:cNvCxnSpPr>
          <p:nvPr/>
        </p:nvCxnSpPr>
        <p:spPr>
          <a:xfrm>
            <a:off x="8710627" y="1972201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B823D59A-7CE3-46B9-E9B2-A80984C93529}"/>
              </a:ext>
            </a:extLst>
          </p:cNvPr>
          <p:cNvCxnSpPr>
            <a:cxnSpLocks/>
          </p:cNvCxnSpPr>
          <p:nvPr/>
        </p:nvCxnSpPr>
        <p:spPr>
          <a:xfrm>
            <a:off x="8710627" y="245083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8CD78A9-3EAF-15B9-A502-24E84428B611}"/>
              </a:ext>
            </a:extLst>
          </p:cNvPr>
          <p:cNvSpPr txBox="1"/>
          <p:nvPr/>
        </p:nvSpPr>
        <p:spPr>
          <a:xfrm>
            <a:off x="9435314" y="1102497"/>
            <a:ext cx="1059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872588-56C1-3520-39CC-4BAAEF8EB5BC}"/>
              </a:ext>
            </a:extLst>
          </p:cNvPr>
          <p:cNvSpPr txBox="1"/>
          <p:nvPr/>
        </p:nvSpPr>
        <p:spPr>
          <a:xfrm>
            <a:off x="9388351" y="1539192"/>
            <a:ext cx="11053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CAFF8F-B79F-E8FB-1A41-C345101C5D56}"/>
              </a:ext>
            </a:extLst>
          </p:cNvPr>
          <p:cNvSpPr txBox="1"/>
          <p:nvPr/>
        </p:nvSpPr>
        <p:spPr>
          <a:xfrm>
            <a:off x="9214523" y="2220057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3C920460-D4BE-3985-A713-28857F67C5C8}"/>
              </a:ext>
            </a:extLst>
          </p:cNvPr>
          <p:cNvGrpSpPr/>
          <p:nvPr/>
        </p:nvGrpSpPr>
        <p:grpSpPr>
          <a:xfrm>
            <a:off x="10101237" y="2594693"/>
            <a:ext cx="449889" cy="230832"/>
            <a:chOff x="6096000" y="3198168"/>
            <a:chExt cx="449889" cy="230832"/>
          </a:xfrm>
        </p:grpSpPr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FCBD6C1A-AD9C-652F-D8A2-23C374C11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F4D5A50-D884-1BCE-EFB8-B6E62FA511CF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3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4CD979E7-5035-8273-E7F0-584E41F1C47F}"/>
              </a:ext>
            </a:extLst>
          </p:cNvPr>
          <p:cNvSpPr txBox="1"/>
          <p:nvPr/>
        </p:nvSpPr>
        <p:spPr>
          <a:xfrm>
            <a:off x="9214502" y="2879189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A12A9CAD-A34D-E6BC-FC77-940FA2985036}"/>
              </a:ext>
            </a:extLst>
          </p:cNvPr>
          <p:cNvGrpSpPr/>
          <p:nvPr/>
        </p:nvGrpSpPr>
        <p:grpSpPr>
          <a:xfrm>
            <a:off x="10096668" y="3238771"/>
            <a:ext cx="449889" cy="230832"/>
            <a:chOff x="6096000" y="3198168"/>
            <a:chExt cx="449889" cy="230832"/>
          </a:xfrm>
        </p:grpSpPr>
        <p:pic>
          <p:nvPicPr>
            <p:cNvPr id="99" name="Рисунок 98">
              <a:extLst>
                <a:ext uri="{FF2B5EF4-FFF2-40B4-BE49-F238E27FC236}">
                  <a16:creationId xmlns:a16="http://schemas.microsoft.com/office/drawing/2014/main" id="{3BCFCD47-EB77-FFC4-3FE1-A3033673C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FB15069-818E-33E7-7809-E1C8F3A981E5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4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05" name="Прямая соединительная линия 104">
            <a:extLst>
              <a:ext uri="{FF2B5EF4-FFF2-40B4-BE49-F238E27FC236}">
                <a16:creationId xmlns:a16="http://schemas.microsoft.com/office/drawing/2014/main" id="{2F016B81-8DBF-4E64-34EA-CAB925469EC2}"/>
              </a:ext>
            </a:extLst>
          </p:cNvPr>
          <p:cNvCxnSpPr>
            <a:cxnSpLocks/>
          </p:cNvCxnSpPr>
          <p:nvPr/>
        </p:nvCxnSpPr>
        <p:spPr>
          <a:xfrm>
            <a:off x="10599571" y="1084428"/>
            <a:ext cx="0" cy="201526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159D8FAE-2CB4-E345-D53A-0BD19C25E2E2}"/>
              </a:ext>
            </a:extLst>
          </p:cNvPr>
          <p:cNvCxnSpPr>
            <a:cxnSpLocks/>
          </p:cNvCxnSpPr>
          <p:nvPr/>
        </p:nvCxnSpPr>
        <p:spPr>
          <a:xfrm flipH="1">
            <a:off x="10428740" y="1298516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6BC2B20E-48FF-ACA4-168A-7F5883D500B6}"/>
              </a:ext>
            </a:extLst>
          </p:cNvPr>
          <p:cNvCxnSpPr>
            <a:cxnSpLocks/>
          </p:cNvCxnSpPr>
          <p:nvPr/>
        </p:nvCxnSpPr>
        <p:spPr>
          <a:xfrm flipH="1">
            <a:off x="10428740" y="1843743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545088B8-2325-CE45-E622-3F4DB560121A}"/>
              </a:ext>
            </a:extLst>
          </p:cNvPr>
          <p:cNvCxnSpPr>
            <a:cxnSpLocks/>
          </p:cNvCxnSpPr>
          <p:nvPr/>
        </p:nvCxnSpPr>
        <p:spPr>
          <a:xfrm flipH="1">
            <a:off x="10428740" y="2437290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B06A4BF6-B81E-BF7D-ED3B-2C931BFE04B5}"/>
              </a:ext>
            </a:extLst>
          </p:cNvPr>
          <p:cNvCxnSpPr>
            <a:cxnSpLocks/>
          </p:cNvCxnSpPr>
          <p:nvPr/>
        </p:nvCxnSpPr>
        <p:spPr>
          <a:xfrm flipH="1">
            <a:off x="10428740" y="3099691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8871CA1-4D13-B1C4-BE77-042A34F8552C}"/>
              </a:ext>
            </a:extLst>
          </p:cNvPr>
          <p:cNvSpPr txBox="1"/>
          <p:nvPr/>
        </p:nvSpPr>
        <p:spPr>
          <a:xfrm>
            <a:off x="11125392" y="136166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пункта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7FAA8A3-3FA5-2D17-F951-A78035A62CF9}"/>
              </a:ext>
            </a:extLst>
          </p:cNvPr>
          <p:cNvSpPr txBox="1"/>
          <p:nvPr/>
        </p:nvSpPr>
        <p:spPr>
          <a:xfrm>
            <a:off x="11109896" y="181150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шофер-санитар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DE37311-F822-C152-FAFA-1601B7E6C0D2}"/>
              </a:ext>
            </a:extLst>
          </p:cNvPr>
          <p:cNvSpPr txBox="1"/>
          <p:nvPr/>
        </p:nvSpPr>
        <p:spPr>
          <a:xfrm>
            <a:off x="11109896" y="2382290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анитар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3" name="Прямая соединительная линия 102">
            <a:extLst>
              <a:ext uri="{FF2B5EF4-FFF2-40B4-BE49-F238E27FC236}">
                <a16:creationId xmlns:a16="http://schemas.microsoft.com/office/drawing/2014/main" id="{6BA0ECB4-11D0-0E3B-E5FC-06E623248EB1}"/>
              </a:ext>
            </a:extLst>
          </p:cNvPr>
          <p:cNvCxnSpPr>
            <a:cxnSpLocks/>
          </p:cNvCxnSpPr>
          <p:nvPr/>
        </p:nvCxnSpPr>
        <p:spPr>
          <a:xfrm>
            <a:off x="10937966" y="1063112"/>
            <a:ext cx="0" cy="1466966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120">
            <a:extLst>
              <a:ext uri="{FF2B5EF4-FFF2-40B4-BE49-F238E27FC236}">
                <a16:creationId xmlns:a16="http://schemas.microsoft.com/office/drawing/2014/main" id="{6BFF6D55-63E5-5AC5-BB99-8018817D6EA0}"/>
              </a:ext>
            </a:extLst>
          </p:cNvPr>
          <p:cNvCxnSpPr>
            <a:cxnSpLocks/>
          </p:cNvCxnSpPr>
          <p:nvPr/>
        </p:nvCxnSpPr>
        <p:spPr>
          <a:xfrm>
            <a:off x="10938272" y="1579734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C35565EB-DE69-3796-7051-CFE3A6BC7C82}"/>
              </a:ext>
            </a:extLst>
          </p:cNvPr>
          <p:cNvCxnSpPr>
            <a:cxnSpLocks/>
          </p:cNvCxnSpPr>
          <p:nvPr/>
        </p:nvCxnSpPr>
        <p:spPr>
          <a:xfrm>
            <a:off x="10944225" y="2031080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D7E295E3-A129-5052-E0EA-69A26AFF81AC}"/>
              </a:ext>
            </a:extLst>
          </p:cNvPr>
          <p:cNvCxnSpPr>
            <a:cxnSpLocks/>
          </p:cNvCxnSpPr>
          <p:nvPr/>
        </p:nvCxnSpPr>
        <p:spPr>
          <a:xfrm>
            <a:off x="10939463" y="2521618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4068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F24EB-9FCC-D264-8604-9A973A8C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08A2DDE-D044-F20A-17A0-BD2EB8D0F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AF9C9-6805-9CA5-A328-BB2874FBCE26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E803D-9545-0B48-2C9E-B7744626EF08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7C0B1-C2BD-600D-9F79-382EA3F6406C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</a:t>
            </a:r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ая</a:t>
            </a:r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C91670-07DC-2173-FC7C-DD1B3C0EB5C5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033AD2-66E7-8295-8143-DC0558AAFFB2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78DC0C-279E-582D-74C5-4C359173E32B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A52767-08B1-4F76-7F69-BBA0664E88CE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8F31E2-8647-A517-ABFC-7BE7666287F3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4FC8C8-70CC-AE9E-6257-2A0203E30FDF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2B2A85DA-6388-5DF8-3B04-0DD35A4D1B9B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E037D7DC-AFE1-3ADD-C962-74FB403CEED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CF8FC795-1E1E-BF18-CCFC-9939DB2BBD00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ECA96A27-98FE-FAB5-AD6F-7F6CB09728F4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183EA547-0262-216E-2F90-E7D90790C32C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9CF45048-05B9-AFF6-1A73-3625B98A81AF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97BD74E2-0E10-F0BA-CBD8-5C85D4A00A4A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8B2AD2C0-0D66-EA53-8504-C146BDF6FD90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2B1344A6-F09D-9EF7-3713-5B50B5DC34F7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7771B0CE-4031-15E5-5C6D-3EB9D8342EED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D84B13B8-0F84-3F5F-CDC6-F364D4CEC1AE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02BEA325-FEED-ACB7-7A63-6DB9201EF116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927C72-6D34-F10A-C105-58EF82375B9D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4FC0A-BB81-3D41-F34B-0B3F1CF0EA40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D0B415-2D54-33DA-4760-5E9B5AC913F8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81B6C1-ED5F-F832-D94C-14443E1E4894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DEE6819C-A906-E2DC-8EB7-A499D22E1080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AE578D7E-40F4-E0E0-E0E2-A0244E3CC234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CE4C754D-FE61-7610-CA63-1A2964E0C4FA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01691C74-4540-BDA1-5A1C-A1EE1E5C3601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862F71E-5B9D-874F-2DE1-9E497F58FF95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2995CA-FA9D-2F03-FE90-4C7475A827C0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520A66-1CCD-150A-5F70-36FA4BE0D1DA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5118BE-1D3A-915E-4BEA-53766CBB80EA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BD3E47-D2DE-AA17-937C-8AB88F0C5D38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5F4258AF-3FE0-E66B-43D2-8311BF33085A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65377C69-1C58-3F17-4EF8-EE36A59466C2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52D0EF0C-AA15-B237-E28B-C7EE74C5E530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C769304C-46AC-0FC7-B9D3-3A81C974FB0B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C6C5197B-B375-7DA3-CE4A-222F37D4793F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71D0A04B-DC57-78C5-1312-3FAF91D09212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6C58DABB-A530-6FAC-2389-E8117460D2C9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BCC163-EB9D-432E-A4CF-575B2C578F5A}"/>
              </a:ext>
            </a:extLst>
          </p:cNvPr>
          <p:cNvSpPr txBox="1"/>
          <p:nvPr/>
        </p:nvSpPr>
        <p:spPr>
          <a:xfrm>
            <a:off x="1356051" y="3747429"/>
            <a:ext cx="54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4EF8B3E5-12B2-5377-4412-839F99804FE9}"/>
              </a:ext>
            </a:extLst>
          </p:cNvPr>
          <p:cNvCxnSpPr/>
          <p:nvPr/>
        </p:nvCxnSpPr>
        <p:spPr>
          <a:xfrm>
            <a:off x="2501854" y="1309343"/>
            <a:ext cx="506831" cy="472143"/>
          </a:xfrm>
          <a:prstGeom prst="bentConnector3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76A61801-0DFB-1D2E-0C28-302E0E6CAB2F}"/>
              </a:ext>
            </a:extLst>
          </p:cNvPr>
          <p:cNvCxnSpPr>
            <a:cxnSpLocks/>
          </p:cNvCxnSpPr>
          <p:nvPr/>
        </p:nvCxnSpPr>
        <p:spPr>
          <a:xfrm rot="5400000">
            <a:off x="2097561" y="2438405"/>
            <a:ext cx="1565904" cy="252069"/>
          </a:xfrm>
          <a:prstGeom prst="bentConnector3">
            <a:avLst>
              <a:gd name="adj1" fmla="val 6490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002F0E57-ED71-CC8E-0927-06C084CB61A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5751" y="3354187"/>
            <a:ext cx="918727" cy="580768"/>
          </a:xfrm>
          <a:prstGeom prst="bentConnector3">
            <a:avLst>
              <a:gd name="adj1" fmla="val 4170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76972CC-4F94-6D2B-01E3-34A407C0E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36" y="4122406"/>
            <a:ext cx="142549" cy="14254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B401D78B-EF6A-DE68-8993-CEFC472A2EFF}"/>
              </a:ext>
            </a:extLst>
          </p:cNvPr>
          <p:cNvSpPr txBox="1"/>
          <p:nvPr/>
        </p:nvSpPr>
        <p:spPr>
          <a:xfrm>
            <a:off x="1505910" y="4063506"/>
            <a:ext cx="378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х12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F4E9CC8-9950-A4D0-D813-E038E9DD183B}"/>
              </a:ext>
            </a:extLst>
          </p:cNvPr>
          <p:cNvSpPr txBox="1"/>
          <p:nvPr/>
        </p:nvSpPr>
        <p:spPr>
          <a:xfrm>
            <a:off x="5348336" y="1203520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71DC150-046D-AD5F-F76B-F05F7B40433C}"/>
              </a:ext>
            </a:extLst>
          </p:cNvPr>
          <p:cNvSpPr txBox="1"/>
          <p:nvPr/>
        </p:nvSpPr>
        <p:spPr>
          <a:xfrm>
            <a:off x="5348336" y="1515558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звод 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x2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CAD5083-8A5F-D147-5243-B976B83FB20B}"/>
              </a:ext>
            </a:extLst>
          </p:cNvPr>
          <p:cNvSpPr txBox="1"/>
          <p:nvPr/>
        </p:nvSpPr>
        <p:spPr>
          <a:xfrm>
            <a:off x="5335636" y="1816191"/>
            <a:ext cx="918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120-мм миномет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E3A14CCC-E3A6-52B5-04F2-CAF6651F03AD}"/>
              </a:ext>
            </a:extLst>
          </p:cNvPr>
          <p:cNvGrpSpPr/>
          <p:nvPr/>
        </p:nvGrpSpPr>
        <p:grpSpPr>
          <a:xfrm>
            <a:off x="6194521" y="1193927"/>
            <a:ext cx="449889" cy="230832"/>
            <a:chOff x="6096000" y="3198168"/>
            <a:chExt cx="449889" cy="230832"/>
          </a:xfrm>
        </p:grpSpPr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F1DE484C-9FDC-B442-A8B5-2B624CCBE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99E0B32-6289-B397-A3CE-70143A5CDC34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х10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3808CD4A-6AB2-9EB4-6917-54EB1CA9F158}"/>
              </a:ext>
            </a:extLst>
          </p:cNvPr>
          <p:cNvGrpSpPr/>
          <p:nvPr/>
        </p:nvGrpSpPr>
        <p:grpSpPr>
          <a:xfrm>
            <a:off x="6040850" y="1495212"/>
            <a:ext cx="449889" cy="230832"/>
            <a:chOff x="5413335" y="4247357"/>
            <a:chExt cx="449889" cy="230832"/>
          </a:xfrm>
        </p:grpSpPr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E617C983-F5BD-F667-B133-D86658F97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335" y="4306257"/>
              <a:ext cx="142549" cy="142549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A9EF6C2-54AA-501C-696A-F560E3C5CBAF}"/>
                </a:ext>
              </a:extLst>
            </p:cNvPr>
            <p:cNvSpPr txBox="1"/>
            <p:nvPr/>
          </p:nvSpPr>
          <p:spPr>
            <a:xfrm>
              <a:off x="5484609" y="4247357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E2F3ECEB-2946-79D0-1966-BC753848BC79}"/>
              </a:ext>
            </a:extLst>
          </p:cNvPr>
          <p:cNvCxnSpPr>
            <a:cxnSpLocks/>
          </p:cNvCxnSpPr>
          <p:nvPr/>
        </p:nvCxnSpPr>
        <p:spPr>
          <a:xfrm>
            <a:off x="5268686" y="761827"/>
            <a:ext cx="0" cy="126709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711C96C1-1779-E308-457A-411A461857D8}"/>
              </a:ext>
            </a:extLst>
          </p:cNvPr>
          <p:cNvCxnSpPr>
            <a:cxnSpLocks/>
          </p:cNvCxnSpPr>
          <p:nvPr/>
        </p:nvCxnSpPr>
        <p:spPr>
          <a:xfrm>
            <a:off x="5268686" y="135497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DC738ECD-B63F-4D3E-8F0B-0C8B48597107}"/>
              </a:ext>
            </a:extLst>
          </p:cNvPr>
          <p:cNvCxnSpPr>
            <a:cxnSpLocks/>
          </p:cNvCxnSpPr>
          <p:nvPr/>
        </p:nvCxnSpPr>
        <p:spPr>
          <a:xfrm>
            <a:off x="5274007" y="1653254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3C9811C7-0C31-C204-15BC-7F56282C4779}"/>
              </a:ext>
            </a:extLst>
          </p:cNvPr>
          <p:cNvCxnSpPr>
            <a:cxnSpLocks/>
          </p:cNvCxnSpPr>
          <p:nvPr/>
        </p:nvCxnSpPr>
        <p:spPr>
          <a:xfrm>
            <a:off x="5274007" y="2017585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6DD256-43C1-462A-FBD1-C88C12A99CD1}"/>
              </a:ext>
            </a:extLst>
          </p:cNvPr>
          <p:cNvSpPr txBox="1"/>
          <p:nvPr/>
        </p:nvSpPr>
        <p:spPr>
          <a:xfrm>
            <a:off x="6026762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174892-5DF9-82EB-7B5C-D4EB45E233C4}"/>
              </a:ext>
            </a:extLst>
          </p:cNvPr>
          <p:cNvSpPr txBox="1"/>
          <p:nvPr/>
        </p:nvSpPr>
        <p:spPr>
          <a:xfrm>
            <a:off x="7227370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отделе­ние противотанковых управляемых ракет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88CD65BF-A908-7032-6BAA-F47835E795D6}"/>
              </a:ext>
            </a:extLst>
          </p:cNvPr>
          <p:cNvGrpSpPr/>
          <p:nvPr/>
        </p:nvGrpSpPr>
        <p:grpSpPr>
          <a:xfrm>
            <a:off x="6316614" y="2706630"/>
            <a:ext cx="449889" cy="230832"/>
            <a:chOff x="6096000" y="3198168"/>
            <a:chExt cx="449889" cy="230832"/>
          </a:xfrm>
        </p:grpSpPr>
        <p:pic>
          <p:nvPicPr>
            <p:cNvPr id="51" name="Рисунок 50">
              <a:extLst>
                <a:ext uri="{FF2B5EF4-FFF2-40B4-BE49-F238E27FC236}">
                  <a16:creationId xmlns:a16="http://schemas.microsoft.com/office/drawing/2014/main" id="{024AF584-A84F-6177-A367-6605CDD93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0CCF000-24EB-F800-452D-7DE57045D427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х8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2F971A3E-DA35-2333-FF4F-549194AA4A89}"/>
              </a:ext>
            </a:extLst>
          </p:cNvPr>
          <p:cNvSpPr txBox="1"/>
          <p:nvPr/>
        </p:nvSpPr>
        <p:spPr>
          <a:xfrm>
            <a:off x="5802013" y="2900991"/>
            <a:ext cx="918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гранатомет СПГ-9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1D89CE-4072-2A48-40ED-E90AF28FC320}"/>
              </a:ext>
            </a:extLst>
          </p:cNvPr>
          <p:cNvSpPr txBox="1"/>
          <p:nvPr/>
        </p:nvSpPr>
        <p:spPr>
          <a:xfrm>
            <a:off x="7902836" y="2976581"/>
            <a:ext cx="1279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ПТУРС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11E91D96-4D8F-2BEC-37EC-1CE2F6B883CF}"/>
              </a:ext>
            </a:extLst>
          </p:cNvPr>
          <p:cNvGrpSpPr/>
          <p:nvPr/>
        </p:nvGrpSpPr>
        <p:grpSpPr>
          <a:xfrm>
            <a:off x="7993971" y="2705602"/>
            <a:ext cx="449889" cy="230832"/>
            <a:chOff x="6096000" y="3198168"/>
            <a:chExt cx="449889" cy="230832"/>
          </a:xfrm>
        </p:grpSpPr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id="{8316C122-0048-46B6-D087-0F2461D04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0ECB7D6-3A88-792F-F885-44EAEE317094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х6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AB1BAE01-278B-FA43-A0AF-E9CF65C0448A}"/>
              </a:ext>
            </a:extLst>
          </p:cNvPr>
          <p:cNvCxnSpPr>
            <a:cxnSpLocks/>
          </p:cNvCxnSpPr>
          <p:nvPr/>
        </p:nvCxnSpPr>
        <p:spPr>
          <a:xfrm>
            <a:off x="7246777" y="1063112"/>
            <a:ext cx="0" cy="718374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B172DD9B-9446-27C5-02C4-1247665357C7}"/>
              </a:ext>
            </a:extLst>
          </p:cNvPr>
          <p:cNvCxnSpPr>
            <a:cxnSpLocks/>
            <a:endCxn id="22" idx="0"/>
          </p:cNvCxnSpPr>
          <p:nvPr/>
        </p:nvCxnSpPr>
        <p:spPr>
          <a:xfrm rot="10800000" flipV="1">
            <a:off x="6666366" y="1781486"/>
            <a:ext cx="599925" cy="202395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AE41FAA7-E573-9391-D123-B4B58F5B0484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7257630" y="1781486"/>
            <a:ext cx="609343" cy="202396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71E3AD31-173E-525E-3B64-4AF95BC8F251}"/>
              </a:ext>
            </a:extLst>
          </p:cNvPr>
          <p:cNvCxnSpPr>
            <a:cxnSpLocks/>
          </p:cNvCxnSpPr>
          <p:nvPr/>
        </p:nvCxnSpPr>
        <p:spPr>
          <a:xfrm>
            <a:off x="6892801" y="2696530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B822161F-5A0F-BAA4-EB87-08D27C5DBD95}"/>
              </a:ext>
            </a:extLst>
          </p:cNvPr>
          <p:cNvCxnSpPr>
            <a:cxnSpLocks/>
          </p:cNvCxnSpPr>
          <p:nvPr/>
        </p:nvCxnSpPr>
        <p:spPr>
          <a:xfrm>
            <a:off x="7639719" y="2691768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F7AC6FBB-B251-90EB-ACB2-383485599925}"/>
              </a:ext>
            </a:extLst>
          </p:cNvPr>
          <p:cNvCxnSpPr>
            <a:cxnSpLocks/>
          </p:cNvCxnSpPr>
          <p:nvPr/>
        </p:nvCxnSpPr>
        <p:spPr>
          <a:xfrm>
            <a:off x="7639719" y="2835776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99489BF3-D011-BCE1-AAD8-BF68CE1CEABB}"/>
              </a:ext>
            </a:extLst>
          </p:cNvPr>
          <p:cNvCxnSpPr>
            <a:cxnSpLocks/>
          </p:cNvCxnSpPr>
          <p:nvPr/>
        </p:nvCxnSpPr>
        <p:spPr>
          <a:xfrm>
            <a:off x="7639719" y="3099691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869C328D-48F8-34F1-A02C-B4854A3090FE}"/>
              </a:ext>
            </a:extLst>
          </p:cNvPr>
          <p:cNvCxnSpPr>
            <a:cxnSpLocks/>
          </p:cNvCxnSpPr>
          <p:nvPr/>
        </p:nvCxnSpPr>
        <p:spPr>
          <a:xfrm flipH="1">
            <a:off x="6672715" y="3099691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D7440EF8-EE59-C1D3-521A-B8730BCC728F}"/>
              </a:ext>
            </a:extLst>
          </p:cNvPr>
          <p:cNvCxnSpPr>
            <a:cxnSpLocks/>
          </p:cNvCxnSpPr>
          <p:nvPr/>
        </p:nvCxnSpPr>
        <p:spPr>
          <a:xfrm flipH="1">
            <a:off x="6672715" y="2825525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95701F5-2A67-F17F-90DE-8A4132486A5B}"/>
              </a:ext>
            </a:extLst>
          </p:cNvPr>
          <p:cNvSpPr txBox="1"/>
          <p:nvPr/>
        </p:nvSpPr>
        <p:spPr>
          <a:xfrm>
            <a:off x="8772163" y="1298516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A8877C-A5D9-A4F9-C8C6-697E9DC43433}"/>
              </a:ext>
            </a:extLst>
          </p:cNvPr>
          <p:cNvSpPr txBox="1"/>
          <p:nvPr/>
        </p:nvSpPr>
        <p:spPr>
          <a:xfrm>
            <a:off x="8772163" y="175481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F3BEE8-733C-F951-079A-57A3F3F7F492}"/>
              </a:ext>
            </a:extLst>
          </p:cNvPr>
          <p:cNvSpPr txBox="1"/>
          <p:nvPr/>
        </p:nvSpPr>
        <p:spPr>
          <a:xfrm>
            <a:off x="8772163" y="223723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7550A13D-8BE3-5E58-D2CC-31FB92FEB362}"/>
              </a:ext>
            </a:extLst>
          </p:cNvPr>
          <p:cNvCxnSpPr>
            <a:cxnSpLocks/>
          </p:cNvCxnSpPr>
          <p:nvPr/>
        </p:nvCxnSpPr>
        <p:spPr>
          <a:xfrm>
            <a:off x="8705306" y="1326630"/>
            <a:ext cx="0" cy="1133201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7459F4DF-6185-5B47-D7ED-543909F76545}"/>
              </a:ext>
            </a:extLst>
          </p:cNvPr>
          <p:cNvCxnSpPr>
            <a:cxnSpLocks/>
          </p:cNvCxnSpPr>
          <p:nvPr/>
        </p:nvCxnSpPr>
        <p:spPr>
          <a:xfrm>
            <a:off x="8705306" y="1502469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CC0A9A4D-BC10-367E-797E-71DE8DC56FB2}"/>
              </a:ext>
            </a:extLst>
          </p:cNvPr>
          <p:cNvCxnSpPr>
            <a:cxnSpLocks/>
          </p:cNvCxnSpPr>
          <p:nvPr/>
        </p:nvCxnSpPr>
        <p:spPr>
          <a:xfrm>
            <a:off x="8710627" y="1972201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1DF414E4-3F7F-8FCB-2D9A-0CB760621CEC}"/>
              </a:ext>
            </a:extLst>
          </p:cNvPr>
          <p:cNvCxnSpPr>
            <a:cxnSpLocks/>
          </p:cNvCxnSpPr>
          <p:nvPr/>
        </p:nvCxnSpPr>
        <p:spPr>
          <a:xfrm>
            <a:off x="8710627" y="245083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3BE4030-8885-E803-0D3A-7118F835187F}"/>
              </a:ext>
            </a:extLst>
          </p:cNvPr>
          <p:cNvSpPr txBox="1"/>
          <p:nvPr/>
        </p:nvSpPr>
        <p:spPr>
          <a:xfrm>
            <a:off x="9435314" y="1102497"/>
            <a:ext cx="1059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A7C89A-29A2-A7E5-E124-14693D04BFDB}"/>
              </a:ext>
            </a:extLst>
          </p:cNvPr>
          <p:cNvSpPr txBox="1"/>
          <p:nvPr/>
        </p:nvSpPr>
        <p:spPr>
          <a:xfrm>
            <a:off x="9388351" y="1539192"/>
            <a:ext cx="11053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42C3F2-4B7A-2D86-6E75-742D61A664A7}"/>
              </a:ext>
            </a:extLst>
          </p:cNvPr>
          <p:cNvSpPr txBox="1"/>
          <p:nvPr/>
        </p:nvSpPr>
        <p:spPr>
          <a:xfrm>
            <a:off x="9214523" y="2220057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621FA59E-DEDA-011E-4A23-AFFA483060E3}"/>
              </a:ext>
            </a:extLst>
          </p:cNvPr>
          <p:cNvGrpSpPr/>
          <p:nvPr/>
        </p:nvGrpSpPr>
        <p:grpSpPr>
          <a:xfrm>
            <a:off x="10101237" y="2594693"/>
            <a:ext cx="449889" cy="230832"/>
            <a:chOff x="6096000" y="3198168"/>
            <a:chExt cx="449889" cy="230832"/>
          </a:xfrm>
        </p:grpSpPr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B639DCE5-4E64-926A-5993-4D92A0E4D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E99FA98-23CD-F0C9-F066-479D9102178E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3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354EB561-427F-4B65-962C-AFE121EEF0EE}"/>
              </a:ext>
            </a:extLst>
          </p:cNvPr>
          <p:cNvSpPr txBox="1"/>
          <p:nvPr/>
        </p:nvSpPr>
        <p:spPr>
          <a:xfrm>
            <a:off x="9214502" y="2879189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5495B900-8786-087E-2F2E-7E1B3C2E5BDD}"/>
              </a:ext>
            </a:extLst>
          </p:cNvPr>
          <p:cNvGrpSpPr/>
          <p:nvPr/>
        </p:nvGrpSpPr>
        <p:grpSpPr>
          <a:xfrm>
            <a:off x="10096668" y="3238771"/>
            <a:ext cx="449889" cy="230832"/>
            <a:chOff x="6096000" y="3198168"/>
            <a:chExt cx="449889" cy="230832"/>
          </a:xfrm>
        </p:grpSpPr>
        <p:pic>
          <p:nvPicPr>
            <p:cNvPr id="99" name="Рисунок 98">
              <a:extLst>
                <a:ext uri="{FF2B5EF4-FFF2-40B4-BE49-F238E27FC236}">
                  <a16:creationId xmlns:a16="http://schemas.microsoft.com/office/drawing/2014/main" id="{EF4714CE-C380-F837-42C7-B22463EB2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3B5D9CB-D185-A609-98A7-0485B2B601AE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4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05" name="Прямая соединительная линия 104">
            <a:extLst>
              <a:ext uri="{FF2B5EF4-FFF2-40B4-BE49-F238E27FC236}">
                <a16:creationId xmlns:a16="http://schemas.microsoft.com/office/drawing/2014/main" id="{D71ABEFB-E37F-E6B9-A1AE-61BCE79D70BF}"/>
              </a:ext>
            </a:extLst>
          </p:cNvPr>
          <p:cNvCxnSpPr>
            <a:cxnSpLocks/>
          </p:cNvCxnSpPr>
          <p:nvPr/>
        </p:nvCxnSpPr>
        <p:spPr>
          <a:xfrm>
            <a:off x="10599571" y="1084428"/>
            <a:ext cx="0" cy="201526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CBB8C769-3CCD-12BA-6F7A-600841119F63}"/>
              </a:ext>
            </a:extLst>
          </p:cNvPr>
          <p:cNvCxnSpPr>
            <a:cxnSpLocks/>
          </p:cNvCxnSpPr>
          <p:nvPr/>
        </p:nvCxnSpPr>
        <p:spPr>
          <a:xfrm flipH="1">
            <a:off x="10428740" y="1298516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330C5CED-D771-0F3B-1533-5676916BC2E9}"/>
              </a:ext>
            </a:extLst>
          </p:cNvPr>
          <p:cNvCxnSpPr>
            <a:cxnSpLocks/>
          </p:cNvCxnSpPr>
          <p:nvPr/>
        </p:nvCxnSpPr>
        <p:spPr>
          <a:xfrm flipH="1">
            <a:off x="10428740" y="1843743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3AB0A718-2E33-5D70-FF80-7C6C8566169B}"/>
              </a:ext>
            </a:extLst>
          </p:cNvPr>
          <p:cNvCxnSpPr>
            <a:cxnSpLocks/>
          </p:cNvCxnSpPr>
          <p:nvPr/>
        </p:nvCxnSpPr>
        <p:spPr>
          <a:xfrm flipH="1">
            <a:off x="10428740" y="2437290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2C64FBA3-F7D0-99A0-C14E-0BC1C63CD360}"/>
              </a:ext>
            </a:extLst>
          </p:cNvPr>
          <p:cNvCxnSpPr>
            <a:cxnSpLocks/>
          </p:cNvCxnSpPr>
          <p:nvPr/>
        </p:nvCxnSpPr>
        <p:spPr>
          <a:xfrm flipH="1">
            <a:off x="10428740" y="3099691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D1D6520-8E9F-F778-77E0-A1DFB7CE991A}"/>
              </a:ext>
            </a:extLst>
          </p:cNvPr>
          <p:cNvSpPr txBox="1"/>
          <p:nvPr/>
        </p:nvSpPr>
        <p:spPr>
          <a:xfrm>
            <a:off x="11125392" y="136166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пункта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0C07228-7182-E45A-E9CE-794034309AA7}"/>
              </a:ext>
            </a:extLst>
          </p:cNvPr>
          <p:cNvSpPr txBox="1"/>
          <p:nvPr/>
        </p:nvSpPr>
        <p:spPr>
          <a:xfrm>
            <a:off x="11109896" y="181150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шофер-санитар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A870BB9-F338-48D8-88D5-BDE58FBE22B0}"/>
              </a:ext>
            </a:extLst>
          </p:cNvPr>
          <p:cNvSpPr txBox="1"/>
          <p:nvPr/>
        </p:nvSpPr>
        <p:spPr>
          <a:xfrm>
            <a:off x="11109896" y="2382290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анитар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3" name="Прямая соединительная линия 102">
            <a:extLst>
              <a:ext uri="{FF2B5EF4-FFF2-40B4-BE49-F238E27FC236}">
                <a16:creationId xmlns:a16="http://schemas.microsoft.com/office/drawing/2014/main" id="{63FDAF3E-D34F-44E8-1327-53409677ABE0}"/>
              </a:ext>
            </a:extLst>
          </p:cNvPr>
          <p:cNvCxnSpPr>
            <a:cxnSpLocks/>
          </p:cNvCxnSpPr>
          <p:nvPr/>
        </p:nvCxnSpPr>
        <p:spPr>
          <a:xfrm>
            <a:off x="10937966" y="1063112"/>
            <a:ext cx="0" cy="1466966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120">
            <a:extLst>
              <a:ext uri="{FF2B5EF4-FFF2-40B4-BE49-F238E27FC236}">
                <a16:creationId xmlns:a16="http://schemas.microsoft.com/office/drawing/2014/main" id="{B3F66356-A72F-D60E-6B1D-3B69360E89F8}"/>
              </a:ext>
            </a:extLst>
          </p:cNvPr>
          <p:cNvCxnSpPr>
            <a:cxnSpLocks/>
          </p:cNvCxnSpPr>
          <p:nvPr/>
        </p:nvCxnSpPr>
        <p:spPr>
          <a:xfrm>
            <a:off x="10938272" y="1579734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A39B8280-EA35-AC8E-047A-FC43E7B73070}"/>
              </a:ext>
            </a:extLst>
          </p:cNvPr>
          <p:cNvCxnSpPr>
            <a:cxnSpLocks/>
          </p:cNvCxnSpPr>
          <p:nvPr/>
        </p:nvCxnSpPr>
        <p:spPr>
          <a:xfrm>
            <a:off x="10944225" y="2031080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635D012A-D59B-ADCB-1D03-6AFEC80EEFEA}"/>
              </a:ext>
            </a:extLst>
          </p:cNvPr>
          <p:cNvCxnSpPr>
            <a:cxnSpLocks/>
          </p:cNvCxnSpPr>
          <p:nvPr/>
        </p:nvCxnSpPr>
        <p:spPr>
          <a:xfrm>
            <a:off x="10939463" y="2521618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72A74546-8449-E8FA-99F8-D481F05C3849}"/>
              </a:ext>
            </a:extLst>
          </p:cNvPr>
          <p:cNvSpPr txBox="1"/>
          <p:nvPr/>
        </p:nvSpPr>
        <p:spPr>
          <a:xfrm>
            <a:off x="1524000" y="4647114"/>
            <a:ext cx="110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FEC6F36-19E6-5090-501E-7C95F394862C}"/>
              </a:ext>
            </a:extLst>
          </p:cNvPr>
          <p:cNvSpPr txBox="1"/>
          <p:nvPr/>
        </p:nvSpPr>
        <p:spPr>
          <a:xfrm>
            <a:off x="3810001" y="3871145"/>
            <a:ext cx="101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пулеметное отде­лени</a:t>
            </a:r>
            <a:r>
              <a:rPr lang="ru-RU" sz="12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е</a:t>
            </a:r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7B5BBF9-0C75-95B0-E175-293795F5A212}"/>
              </a:ext>
            </a:extLst>
          </p:cNvPr>
          <p:cNvSpPr txBox="1"/>
          <p:nvPr/>
        </p:nvSpPr>
        <p:spPr>
          <a:xfrm>
            <a:off x="5324309" y="4488921"/>
            <a:ext cx="137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3" name="Соединитель: уступ 132">
            <a:extLst>
              <a:ext uri="{FF2B5EF4-FFF2-40B4-BE49-F238E27FC236}">
                <a16:creationId xmlns:a16="http://schemas.microsoft.com/office/drawing/2014/main" id="{9984EF32-18F4-C373-DD57-E1A1F72D2801}"/>
              </a:ext>
            </a:extLst>
          </p:cNvPr>
          <p:cNvCxnSpPr>
            <a:cxnSpLocks/>
            <a:endCxn id="130" idx="0"/>
          </p:cNvCxnSpPr>
          <p:nvPr/>
        </p:nvCxnSpPr>
        <p:spPr>
          <a:xfrm rot="16200000" flipH="1">
            <a:off x="2431300" y="1986144"/>
            <a:ext cx="2885944" cy="8840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Соединитель: уступ 141">
            <a:extLst>
              <a:ext uri="{FF2B5EF4-FFF2-40B4-BE49-F238E27FC236}">
                <a16:creationId xmlns:a16="http://schemas.microsoft.com/office/drawing/2014/main" id="{07BC5396-9B23-D979-9553-CBC2570135FA}"/>
              </a:ext>
            </a:extLst>
          </p:cNvPr>
          <p:cNvCxnSpPr>
            <a:cxnSpLocks/>
            <a:endCxn id="128" idx="0"/>
          </p:cNvCxnSpPr>
          <p:nvPr/>
        </p:nvCxnSpPr>
        <p:spPr>
          <a:xfrm rot="5400000">
            <a:off x="1649753" y="2864620"/>
            <a:ext cx="2209823" cy="1355165"/>
          </a:xfrm>
          <a:prstGeom prst="bentConnector3">
            <a:avLst>
              <a:gd name="adj1" fmla="val 8189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Соединитель: уступ 152">
            <a:extLst>
              <a:ext uri="{FF2B5EF4-FFF2-40B4-BE49-F238E27FC236}">
                <a16:creationId xmlns:a16="http://schemas.microsoft.com/office/drawing/2014/main" id="{B977E68C-8B21-0715-BE66-C48F1B064B5A}"/>
              </a:ext>
            </a:extLst>
          </p:cNvPr>
          <p:cNvCxnSpPr>
            <a:cxnSpLocks/>
            <a:endCxn id="132" idx="0"/>
          </p:cNvCxnSpPr>
          <p:nvPr/>
        </p:nvCxnSpPr>
        <p:spPr>
          <a:xfrm rot="16200000" flipH="1">
            <a:off x="4129000" y="2608160"/>
            <a:ext cx="2071226" cy="169029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58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DE355-8B7F-B7A7-1896-73ED56D03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0BACF84-2333-F079-DD17-7B70CBFE8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C85770-A6E5-958F-B6F7-286DD26DCDBB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638C93-FA11-1BDF-8A70-22CAB2449789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9922F1-041D-1D9F-9BAE-2ADA06776B82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</a:t>
            </a:r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ая</a:t>
            </a:r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E3B20-F179-84C0-CA84-B92B3885B440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AA5EBE-DB2D-ABAE-E525-152D1011B4F1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B5D168-EEFA-6EAC-EE43-AF3EB6CCD15B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8780BA-3FEC-FACF-9615-B31CD224D940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C9A67E-2232-482C-BE2D-137DDC1AA45F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80FE66-238C-9A1B-6793-1DA42822A8D4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640C8883-BE9E-3946-57A6-FC9160E88C57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E78BFC6F-38BC-B63A-99C8-A557AA6A12A2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2105559B-AD57-C847-0EF2-52B5447AA431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B79F99EE-06EF-9393-35F0-AF0B2E6BCC90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576D99F1-5D9C-2341-3EC1-0DAD9E1049CB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A3CB8DD9-F46C-1481-E642-83046CBFAD1B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23C0C56A-08B1-2FB9-38EC-6A0E1FFA8549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16B7459A-3025-1115-D991-67C1BC78E576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74A2004-748A-D23F-FE0D-ECEEAA9552B3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ECAD4FAB-786E-7FD2-64FC-3997E96112F9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7D26F755-E798-4746-8397-FE03CE6C9FD7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AF79AF49-6AF4-B6EF-9E32-026E4CBF448A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2845005-7B24-4CB9-A9D4-1C82109C7113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1B085-5015-A722-7084-9DCFCEDEA157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AA0D51-5AA4-0A42-DAB2-3F41EDD1FD4A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92AFA3-AF22-30F1-0CAA-E3B687BEC71D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3FA74FDC-F4B1-F380-1F27-F74AF3B33684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CE67777B-0F1C-DFCF-18AC-CF19E1D3061B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7642AFA1-23FC-88CA-BDBE-A51E4A890CD4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A4EE0F4E-0879-02FF-B248-D1F096A51D57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CD142D9-698B-C3AF-F512-D5AE3F631FC3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0F6638-5C44-107E-753B-5657A9F18379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172C68-1AD6-9FB6-4CB6-55F69BF2A8EF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3362E5-71AF-E9DA-AB7B-6EF27C136965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AD765D-08A2-4DDC-AB05-D00132EB0216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13FCE131-BB87-7227-8E8B-5B11C53E9529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F40C4B03-5715-A75D-1377-D96F89807BC5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A30E21C7-6EA6-F1DF-E7F1-30611DF7813E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91FBC1AB-9CC1-8048-24DE-5357BBC66E23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38E2B8E7-4F17-F5A0-72A0-1434E73550EF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461702FC-70E2-5FF9-EBDF-B645773E2443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9E8FC96F-CC2B-A6C6-287F-6A0841591334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F484DBF-F76E-4A58-F6F7-FB964808A871}"/>
              </a:ext>
            </a:extLst>
          </p:cNvPr>
          <p:cNvSpPr txBox="1"/>
          <p:nvPr/>
        </p:nvSpPr>
        <p:spPr>
          <a:xfrm>
            <a:off x="1356051" y="3747429"/>
            <a:ext cx="54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6634A77C-E335-3CFE-B5E1-A9B72B493F97}"/>
              </a:ext>
            </a:extLst>
          </p:cNvPr>
          <p:cNvCxnSpPr/>
          <p:nvPr/>
        </p:nvCxnSpPr>
        <p:spPr>
          <a:xfrm>
            <a:off x="2501854" y="1309343"/>
            <a:ext cx="506831" cy="472143"/>
          </a:xfrm>
          <a:prstGeom prst="bentConnector3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86E6BE3B-CD65-2B94-EC3D-3744A706B30F}"/>
              </a:ext>
            </a:extLst>
          </p:cNvPr>
          <p:cNvCxnSpPr>
            <a:cxnSpLocks/>
          </p:cNvCxnSpPr>
          <p:nvPr/>
        </p:nvCxnSpPr>
        <p:spPr>
          <a:xfrm rot="5400000">
            <a:off x="2097561" y="2438405"/>
            <a:ext cx="1565904" cy="252069"/>
          </a:xfrm>
          <a:prstGeom prst="bentConnector3">
            <a:avLst>
              <a:gd name="adj1" fmla="val 6490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4330EC20-BAD4-2CCE-63A5-E1AC203710F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5751" y="3354187"/>
            <a:ext cx="918727" cy="580768"/>
          </a:xfrm>
          <a:prstGeom prst="bentConnector3">
            <a:avLst>
              <a:gd name="adj1" fmla="val 4170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938263C3-6B38-BA5A-9A59-8EB46676C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36" y="4122406"/>
            <a:ext cx="142549" cy="14254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42FC3F5D-8269-10AA-570C-4A14009F1596}"/>
              </a:ext>
            </a:extLst>
          </p:cNvPr>
          <p:cNvSpPr txBox="1"/>
          <p:nvPr/>
        </p:nvSpPr>
        <p:spPr>
          <a:xfrm>
            <a:off x="1505910" y="4063506"/>
            <a:ext cx="378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х12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233F40B-C0B7-901D-EC1C-F43D4858EB5E}"/>
              </a:ext>
            </a:extLst>
          </p:cNvPr>
          <p:cNvSpPr txBox="1"/>
          <p:nvPr/>
        </p:nvSpPr>
        <p:spPr>
          <a:xfrm>
            <a:off x="5348336" y="1203520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41B22C3-9BB6-D319-4294-055CBDFDA000}"/>
              </a:ext>
            </a:extLst>
          </p:cNvPr>
          <p:cNvSpPr txBox="1"/>
          <p:nvPr/>
        </p:nvSpPr>
        <p:spPr>
          <a:xfrm>
            <a:off x="5348336" y="1515558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звод 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x2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D123EEE-2DE3-6780-2EBA-1C8953B4BBFE}"/>
              </a:ext>
            </a:extLst>
          </p:cNvPr>
          <p:cNvSpPr txBox="1"/>
          <p:nvPr/>
        </p:nvSpPr>
        <p:spPr>
          <a:xfrm>
            <a:off x="5335636" y="1816191"/>
            <a:ext cx="918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120-мм миномет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EE33153A-7C6F-6969-B3A9-9E39AA1F1306}"/>
              </a:ext>
            </a:extLst>
          </p:cNvPr>
          <p:cNvGrpSpPr/>
          <p:nvPr/>
        </p:nvGrpSpPr>
        <p:grpSpPr>
          <a:xfrm>
            <a:off x="6194521" y="1193927"/>
            <a:ext cx="449889" cy="230832"/>
            <a:chOff x="6096000" y="3198168"/>
            <a:chExt cx="449889" cy="230832"/>
          </a:xfrm>
        </p:grpSpPr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9A97A5A8-78FE-B907-C4B4-023F91E91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9DEB40A-43BE-A755-F032-3DE7D2C07E11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х10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D31BF306-3EE7-7C6C-FBF1-A9F22CFFBCF0}"/>
              </a:ext>
            </a:extLst>
          </p:cNvPr>
          <p:cNvGrpSpPr/>
          <p:nvPr/>
        </p:nvGrpSpPr>
        <p:grpSpPr>
          <a:xfrm>
            <a:off x="6040850" y="1495212"/>
            <a:ext cx="449889" cy="230832"/>
            <a:chOff x="5413335" y="4247357"/>
            <a:chExt cx="449889" cy="230832"/>
          </a:xfrm>
        </p:grpSpPr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8E46B73F-A615-E04D-89C7-39C74A97F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335" y="4306257"/>
              <a:ext cx="142549" cy="142549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DFE4ED1-C722-83EB-ED86-13608D83170D}"/>
                </a:ext>
              </a:extLst>
            </p:cNvPr>
            <p:cNvSpPr txBox="1"/>
            <p:nvPr/>
          </p:nvSpPr>
          <p:spPr>
            <a:xfrm>
              <a:off x="5484609" y="4247357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DCFE455A-EDCC-64D5-0D93-94F3324F66A8}"/>
              </a:ext>
            </a:extLst>
          </p:cNvPr>
          <p:cNvCxnSpPr>
            <a:cxnSpLocks/>
          </p:cNvCxnSpPr>
          <p:nvPr/>
        </p:nvCxnSpPr>
        <p:spPr>
          <a:xfrm>
            <a:off x="5268686" y="761827"/>
            <a:ext cx="0" cy="126709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47653D86-19D4-D593-F2DA-B77322735A92}"/>
              </a:ext>
            </a:extLst>
          </p:cNvPr>
          <p:cNvCxnSpPr>
            <a:cxnSpLocks/>
          </p:cNvCxnSpPr>
          <p:nvPr/>
        </p:nvCxnSpPr>
        <p:spPr>
          <a:xfrm>
            <a:off x="5268686" y="135497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FBB27F91-4741-428A-3AC2-EA02ACE44EFA}"/>
              </a:ext>
            </a:extLst>
          </p:cNvPr>
          <p:cNvCxnSpPr>
            <a:cxnSpLocks/>
          </p:cNvCxnSpPr>
          <p:nvPr/>
        </p:nvCxnSpPr>
        <p:spPr>
          <a:xfrm>
            <a:off x="5274007" y="1653254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E84CFBBE-18C8-C0D8-0432-C699705EE8AA}"/>
              </a:ext>
            </a:extLst>
          </p:cNvPr>
          <p:cNvCxnSpPr>
            <a:cxnSpLocks/>
          </p:cNvCxnSpPr>
          <p:nvPr/>
        </p:nvCxnSpPr>
        <p:spPr>
          <a:xfrm>
            <a:off x="5274007" y="2017585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C6B2D0-791F-3769-A56E-B916EAAD4FB7}"/>
              </a:ext>
            </a:extLst>
          </p:cNvPr>
          <p:cNvSpPr txBox="1"/>
          <p:nvPr/>
        </p:nvSpPr>
        <p:spPr>
          <a:xfrm>
            <a:off x="6026762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71B96C-B591-9D6E-9CBE-8E831854F124}"/>
              </a:ext>
            </a:extLst>
          </p:cNvPr>
          <p:cNvSpPr txBox="1"/>
          <p:nvPr/>
        </p:nvSpPr>
        <p:spPr>
          <a:xfrm>
            <a:off x="7227370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отделе­ние противотанковых управляемых ракет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91E8A02F-7D9B-A3CC-3ADA-D5A537BFA7FC}"/>
              </a:ext>
            </a:extLst>
          </p:cNvPr>
          <p:cNvGrpSpPr/>
          <p:nvPr/>
        </p:nvGrpSpPr>
        <p:grpSpPr>
          <a:xfrm>
            <a:off x="6316614" y="2706630"/>
            <a:ext cx="449889" cy="230832"/>
            <a:chOff x="6096000" y="3198168"/>
            <a:chExt cx="449889" cy="230832"/>
          </a:xfrm>
        </p:grpSpPr>
        <p:pic>
          <p:nvPicPr>
            <p:cNvPr id="51" name="Рисунок 50">
              <a:extLst>
                <a:ext uri="{FF2B5EF4-FFF2-40B4-BE49-F238E27FC236}">
                  <a16:creationId xmlns:a16="http://schemas.microsoft.com/office/drawing/2014/main" id="{D57133D3-1976-04B7-03EC-C2ADDC612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7304D2-AF69-6C78-6BF0-91A19AE0CE14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х8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BB96E648-67D9-19E4-FED1-624C82186DB5}"/>
              </a:ext>
            </a:extLst>
          </p:cNvPr>
          <p:cNvSpPr txBox="1"/>
          <p:nvPr/>
        </p:nvSpPr>
        <p:spPr>
          <a:xfrm>
            <a:off x="5802013" y="2900991"/>
            <a:ext cx="918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гранатомет СПГ-9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26F132-A2AF-DC36-C298-0933595A3789}"/>
              </a:ext>
            </a:extLst>
          </p:cNvPr>
          <p:cNvSpPr txBox="1"/>
          <p:nvPr/>
        </p:nvSpPr>
        <p:spPr>
          <a:xfrm>
            <a:off x="7902836" y="2976581"/>
            <a:ext cx="1279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ПТУРС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D70AD887-F437-1168-9CCD-54B11DB71B80}"/>
              </a:ext>
            </a:extLst>
          </p:cNvPr>
          <p:cNvGrpSpPr/>
          <p:nvPr/>
        </p:nvGrpSpPr>
        <p:grpSpPr>
          <a:xfrm>
            <a:off x="7993971" y="2705602"/>
            <a:ext cx="449889" cy="230832"/>
            <a:chOff x="6096000" y="3198168"/>
            <a:chExt cx="449889" cy="230832"/>
          </a:xfrm>
        </p:grpSpPr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id="{B2324CC8-C8E5-68A9-DCD2-A7DB72DBF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73FAF95-3B39-61DE-D55B-BE2EA8ECDB78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х6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BF7FCC9E-8CC4-B8C4-49DA-F49AF646D127}"/>
              </a:ext>
            </a:extLst>
          </p:cNvPr>
          <p:cNvCxnSpPr>
            <a:cxnSpLocks/>
          </p:cNvCxnSpPr>
          <p:nvPr/>
        </p:nvCxnSpPr>
        <p:spPr>
          <a:xfrm>
            <a:off x="7246777" y="1063112"/>
            <a:ext cx="0" cy="718374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A5A6000C-731C-CC63-19F6-1B2A9F510D20}"/>
              </a:ext>
            </a:extLst>
          </p:cNvPr>
          <p:cNvCxnSpPr>
            <a:cxnSpLocks/>
            <a:endCxn id="22" idx="0"/>
          </p:cNvCxnSpPr>
          <p:nvPr/>
        </p:nvCxnSpPr>
        <p:spPr>
          <a:xfrm rot="10800000" flipV="1">
            <a:off x="6666366" y="1781486"/>
            <a:ext cx="599925" cy="202395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E5A97543-A957-D735-41BF-315BAA20E453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7257630" y="1781486"/>
            <a:ext cx="609343" cy="202396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ABBCA18D-4B72-55B0-6B27-6027586E96C3}"/>
              </a:ext>
            </a:extLst>
          </p:cNvPr>
          <p:cNvCxnSpPr>
            <a:cxnSpLocks/>
          </p:cNvCxnSpPr>
          <p:nvPr/>
        </p:nvCxnSpPr>
        <p:spPr>
          <a:xfrm>
            <a:off x="6892801" y="2696530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E61633A6-A192-3254-8ACF-3F790D7953E1}"/>
              </a:ext>
            </a:extLst>
          </p:cNvPr>
          <p:cNvCxnSpPr>
            <a:cxnSpLocks/>
          </p:cNvCxnSpPr>
          <p:nvPr/>
        </p:nvCxnSpPr>
        <p:spPr>
          <a:xfrm>
            <a:off x="7639719" y="2691768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FFE704F7-7541-D7BE-C014-FE1BE4BFA76E}"/>
              </a:ext>
            </a:extLst>
          </p:cNvPr>
          <p:cNvCxnSpPr>
            <a:cxnSpLocks/>
          </p:cNvCxnSpPr>
          <p:nvPr/>
        </p:nvCxnSpPr>
        <p:spPr>
          <a:xfrm>
            <a:off x="7639719" y="2835776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51B4643B-26E4-CCBD-98AC-66E9D280BEC7}"/>
              </a:ext>
            </a:extLst>
          </p:cNvPr>
          <p:cNvCxnSpPr>
            <a:cxnSpLocks/>
          </p:cNvCxnSpPr>
          <p:nvPr/>
        </p:nvCxnSpPr>
        <p:spPr>
          <a:xfrm>
            <a:off x="7639719" y="3099691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D2389B62-9DBB-9F4D-0B0F-C3098CC67A52}"/>
              </a:ext>
            </a:extLst>
          </p:cNvPr>
          <p:cNvCxnSpPr>
            <a:cxnSpLocks/>
          </p:cNvCxnSpPr>
          <p:nvPr/>
        </p:nvCxnSpPr>
        <p:spPr>
          <a:xfrm flipH="1">
            <a:off x="6672715" y="3099691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F9BAB78A-879B-3010-908A-57B07845CF5D}"/>
              </a:ext>
            </a:extLst>
          </p:cNvPr>
          <p:cNvCxnSpPr>
            <a:cxnSpLocks/>
          </p:cNvCxnSpPr>
          <p:nvPr/>
        </p:nvCxnSpPr>
        <p:spPr>
          <a:xfrm flipH="1">
            <a:off x="6672715" y="2825525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37E3280-E73B-6219-F196-425D30215B98}"/>
              </a:ext>
            </a:extLst>
          </p:cNvPr>
          <p:cNvSpPr txBox="1"/>
          <p:nvPr/>
        </p:nvSpPr>
        <p:spPr>
          <a:xfrm>
            <a:off x="8772163" y="1298516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5A9653-DC38-56C9-D315-1E5D5C6A756C}"/>
              </a:ext>
            </a:extLst>
          </p:cNvPr>
          <p:cNvSpPr txBox="1"/>
          <p:nvPr/>
        </p:nvSpPr>
        <p:spPr>
          <a:xfrm>
            <a:off x="8772163" y="175481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A7FAD1-5CE6-E989-0157-57261C728F80}"/>
              </a:ext>
            </a:extLst>
          </p:cNvPr>
          <p:cNvSpPr txBox="1"/>
          <p:nvPr/>
        </p:nvSpPr>
        <p:spPr>
          <a:xfrm>
            <a:off x="8772163" y="223723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D2E3B315-7824-D579-6129-7A22641B14ED}"/>
              </a:ext>
            </a:extLst>
          </p:cNvPr>
          <p:cNvCxnSpPr>
            <a:cxnSpLocks/>
          </p:cNvCxnSpPr>
          <p:nvPr/>
        </p:nvCxnSpPr>
        <p:spPr>
          <a:xfrm>
            <a:off x="8705306" y="1326630"/>
            <a:ext cx="0" cy="1133201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B970A0CC-F492-0CD7-C310-976B87CF5865}"/>
              </a:ext>
            </a:extLst>
          </p:cNvPr>
          <p:cNvCxnSpPr>
            <a:cxnSpLocks/>
          </p:cNvCxnSpPr>
          <p:nvPr/>
        </p:nvCxnSpPr>
        <p:spPr>
          <a:xfrm>
            <a:off x="8705306" y="1502469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6837BA4F-926D-3306-BFDF-7D8170480FFE}"/>
              </a:ext>
            </a:extLst>
          </p:cNvPr>
          <p:cNvCxnSpPr>
            <a:cxnSpLocks/>
          </p:cNvCxnSpPr>
          <p:nvPr/>
        </p:nvCxnSpPr>
        <p:spPr>
          <a:xfrm>
            <a:off x="8710627" y="1972201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43A52DA8-33DB-D257-4A44-03C5701E132D}"/>
              </a:ext>
            </a:extLst>
          </p:cNvPr>
          <p:cNvCxnSpPr>
            <a:cxnSpLocks/>
          </p:cNvCxnSpPr>
          <p:nvPr/>
        </p:nvCxnSpPr>
        <p:spPr>
          <a:xfrm>
            <a:off x="8710627" y="245083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B4F2773-31DB-BDB0-7F57-DC72F0A03E4F}"/>
              </a:ext>
            </a:extLst>
          </p:cNvPr>
          <p:cNvSpPr txBox="1"/>
          <p:nvPr/>
        </p:nvSpPr>
        <p:spPr>
          <a:xfrm>
            <a:off x="9435314" y="1102497"/>
            <a:ext cx="1059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ED62C5-C076-0809-DC60-D930E3226814}"/>
              </a:ext>
            </a:extLst>
          </p:cNvPr>
          <p:cNvSpPr txBox="1"/>
          <p:nvPr/>
        </p:nvSpPr>
        <p:spPr>
          <a:xfrm>
            <a:off x="9388351" y="1539192"/>
            <a:ext cx="11053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10BAEE2-153A-1BDD-F686-F244E9E00E4B}"/>
              </a:ext>
            </a:extLst>
          </p:cNvPr>
          <p:cNvSpPr txBox="1"/>
          <p:nvPr/>
        </p:nvSpPr>
        <p:spPr>
          <a:xfrm>
            <a:off x="9214523" y="2220057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97F583D5-7A92-6AA8-1D07-BC2E3D59F155}"/>
              </a:ext>
            </a:extLst>
          </p:cNvPr>
          <p:cNvGrpSpPr/>
          <p:nvPr/>
        </p:nvGrpSpPr>
        <p:grpSpPr>
          <a:xfrm>
            <a:off x="10101237" y="2594693"/>
            <a:ext cx="449889" cy="230832"/>
            <a:chOff x="6096000" y="3198168"/>
            <a:chExt cx="449889" cy="230832"/>
          </a:xfrm>
        </p:grpSpPr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5F44832E-2262-4CA6-5BD9-AFA43F49F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30A8AB1-9D6A-9A19-40E0-8420102737DD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3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9FBCEE7D-66E2-2B20-8439-48F3D04BBC68}"/>
              </a:ext>
            </a:extLst>
          </p:cNvPr>
          <p:cNvSpPr txBox="1"/>
          <p:nvPr/>
        </p:nvSpPr>
        <p:spPr>
          <a:xfrm>
            <a:off x="9214502" y="2879189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5CBB0732-51DA-6D29-2DAC-F7ED9A14458F}"/>
              </a:ext>
            </a:extLst>
          </p:cNvPr>
          <p:cNvGrpSpPr/>
          <p:nvPr/>
        </p:nvGrpSpPr>
        <p:grpSpPr>
          <a:xfrm>
            <a:off x="10096668" y="3238771"/>
            <a:ext cx="449889" cy="230832"/>
            <a:chOff x="6096000" y="3198168"/>
            <a:chExt cx="449889" cy="230832"/>
          </a:xfrm>
        </p:grpSpPr>
        <p:pic>
          <p:nvPicPr>
            <p:cNvPr id="99" name="Рисунок 98">
              <a:extLst>
                <a:ext uri="{FF2B5EF4-FFF2-40B4-BE49-F238E27FC236}">
                  <a16:creationId xmlns:a16="http://schemas.microsoft.com/office/drawing/2014/main" id="{EF889A98-D172-5EB4-D5AB-3CCC8E94E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6FA43A8-2D9D-EC80-42CA-7D9F2AFCD6FC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4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05" name="Прямая соединительная линия 104">
            <a:extLst>
              <a:ext uri="{FF2B5EF4-FFF2-40B4-BE49-F238E27FC236}">
                <a16:creationId xmlns:a16="http://schemas.microsoft.com/office/drawing/2014/main" id="{A83299E6-6469-E998-9B9E-E0223B74AC10}"/>
              </a:ext>
            </a:extLst>
          </p:cNvPr>
          <p:cNvCxnSpPr>
            <a:cxnSpLocks/>
          </p:cNvCxnSpPr>
          <p:nvPr/>
        </p:nvCxnSpPr>
        <p:spPr>
          <a:xfrm>
            <a:off x="10599571" y="1084428"/>
            <a:ext cx="0" cy="201526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E9300DB2-E4E7-5E21-4E68-D36E3E90B015}"/>
              </a:ext>
            </a:extLst>
          </p:cNvPr>
          <p:cNvCxnSpPr>
            <a:cxnSpLocks/>
          </p:cNvCxnSpPr>
          <p:nvPr/>
        </p:nvCxnSpPr>
        <p:spPr>
          <a:xfrm flipH="1">
            <a:off x="10428740" y="1298516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29DC2850-F611-E1B3-667C-E0A2387098F8}"/>
              </a:ext>
            </a:extLst>
          </p:cNvPr>
          <p:cNvCxnSpPr>
            <a:cxnSpLocks/>
          </p:cNvCxnSpPr>
          <p:nvPr/>
        </p:nvCxnSpPr>
        <p:spPr>
          <a:xfrm flipH="1">
            <a:off x="10428740" y="1843743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BB4EC0DD-B8C3-ADDC-9715-EF896BBA8266}"/>
              </a:ext>
            </a:extLst>
          </p:cNvPr>
          <p:cNvCxnSpPr>
            <a:cxnSpLocks/>
          </p:cNvCxnSpPr>
          <p:nvPr/>
        </p:nvCxnSpPr>
        <p:spPr>
          <a:xfrm flipH="1">
            <a:off x="10428740" y="2437290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70948077-D83F-5F5F-5EE0-C739AB597BA4}"/>
              </a:ext>
            </a:extLst>
          </p:cNvPr>
          <p:cNvCxnSpPr>
            <a:cxnSpLocks/>
          </p:cNvCxnSpPr>
          <p:nvPr/>
        </p:nvCxnSpPr>
        <p:spPr>
          <a:xfrm flipH="1">
            <a:off x="10428740" y="3099691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4D7633D-3CD4-D6C1-E0EF-DFFC79DD04C9}"/>
              </a:ext>
            </a:extLst>
          </p:cNvPr>
          <p:cNvSpPr txBox="1"/>
          <p:nvPr/>
        </p:nvSpPr>
        <p:spPr>
          <a:xfrm>
            <a:off x="11125392" y="136166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пункта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532609-23D1-50E1-D425-FE84C505D9C9}"/>
              </a:ext>
            </a:extLst>
          </p:cNvPr>
          <p:cNvSpPr txBox="1"/>
          <p:nvPr/>
        </p:nvSpPr>
        <p:spPr>
          <a:xfrm>
            <a:off x="11109896" y="181150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шофер-санитар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00D3D37-D27A-E7CC-EABF-D88B50F6A496}"/>
              </a:ext>
            </a:extLst>
          </p:cNvPr>
          <p:cNvSpPr txBox="1"/>
          <p:nvPr/>
        </p:nvSpPr>
        <p:spPr>
          <a:xfrm>
            <a:off x="11109896" y="2382290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анитар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3" name="Прямая соединительная линия 102">
            <a:extLst>
              <a:ext uri="{FF2B5EF4-FFF2-40B4-BE49-F238E27FC236}">
                <a16:creationId xmlns:a16="http://schemas.microsoft.com/office/drawing/2014/main" id="{D644DAD6-4CFD-E5B3-0272-572AFDE3D7F6}"/>
              </a:ext>
            </a:extLst>
          </p:cNvPr>
          <p:cNvCxnSpPr>
            <a:cxnSpLocks/>
          </p:cNvCxnSpPr>
          <p:nvPr/>
        </p:nvCxnSpPr>
        <p:spPr>
          <a:xfrm>
            <a:off x="10937966" y="1063112"/>
            <a:ext cx="0" cy="1466966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120">
            <a:extLst>
              <a:ext uri="{FF2B5EF4-FFF2-40B4-BE49-F238E27FC236}">
                <a16:creationId xmlns:a16="http://schemas.microsoft.com/office/drawing/2014/main" id="{55EFC46B-1C41-E117-0198-CCA2D46DE9F0}"/>
              </a:ext>
            </a:extLst>
          </p:cNvPr>
          <p:cNvCxnSpPr>
            <a:cxnSpLocks/>
          </p:cNvCxnSpPr>
          <p:nvPr/>
        </p:nvCxnSpPr>
        <p:spPr>
          <a:xfrm>
            <a:off x="10938272" y="1579734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864F1F2F-1337-6A1B-9F24-6707DF86F367}"/>
              </a:ext>
            </a:extLst>
          </p:cNvPr>
          <p:cNvCxnSpPr>
            <a:cxnSpLocks/>
          </p:cNvCxnSpPr>
          <p:nvPr/>
        </p:nvCxnSpPr>
        <p:spPr>
          <a:xfrm>
            <a:off x="10944225" y="2031080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A26F8148-2B2F-768B-56A6-EE8DD62E72AC}"/>
              </a:ext>
            </a:extLst>
          </p:cNvPr>
          <p:cNvCxnSpPr>
            <a:cxnSpLocks/>
          </p:cNvCxnSpPr>
          <p:nvPr/>
        </p:nvCxnSpPr>
        <p:spPr>
          <a:xfrm>
            <a:off x="10939463" y="2521618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AFF20826-7EE3-4441-4AF4-B960286A7034}"/>
              </a:ext>
            </a:extLst>
          </p:cNvPr>
          <p:cNvSpPr txBox="1"/>
          <p:nvPr/>
        </p:nvSpPr>
        <p:spPr>
          <a:xfrm>
            <a:off x="1524000" y="4647114"/>
            <a:ext cx="110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FEAC584-F039-A28F-B1EE-01448C18D6C4}"/>
              </a:ext>
            </a:extLst>
          </p:cNvPr>
          <p:cNvSpPr txBox="1"/>
          <p:nvPr/>
        </p:nvSpPr>
        <p:spPr>
          <a:xfrm>
            <a:off x="3810001" y="3871145"/>
            <a:ext cx="101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пулеметное отде­лени</a:t>
            </a:r>
            <a:r>
              <a:rPr lang="ru-RU" sz="12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е</a:t>
            </a:r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A99235B-7433-91F5-ED35-B0E91B3ED247}"/>
              </a:ext>
            </a:extLst>
          </p:cNvPr>
          <p:cNvSpPr txBox="1"/>
          <p:nvPr/>
        </p:nvSpPr>
        <p:spPr>
          <a:xfrm>
            <a:off x="5324309" y="4488921"/>
            <a:ext cx="137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3A2407-C7D0-9C21-1B12-9480890AC76C}"/>
              </a:ext>
            </a:extLst>
          </p:cNvPr>
          <p:cNvSpPr txBox="1"/>
          <p:nvPr/>
        </p:nvSpPr>
        <p:spPr>
          <a:xfrm>
            <a:off x="1184568" y="5005128"/>
            <a:ext cx="1126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33DFD7B-E2F6-E760-F1A4-2C92D53CAF8D}"/>
              </a:ext>
            </a:extLst>
          </p:cNvPr>
          <p:cNvSpPr txBox="1"/>
          <p:nvPr/>
        </p:nvSpPr>
        <p:spPr>
          <a:xfrm>
            <a:off x="1166586" y="5308834"/>
            <a:ext cx="11265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заме­ститель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860AEBD-D4C8-388C-01BA-370CC4B2A2F9}"/>
              </a:ext>
            </a:extLst>
          </p:cNvPr>
          <p:cNvSpPr txBox="1"/>
          <p:nvPr/>
        </p:nvSpPr>
        <p:spPr>
          <a:xfrm>
            <a:off x="1153634" y="5921526"/>
            <a:ext cx="1126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старшина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3" name="Соединитель: уступ 132">
            <a:extLst>
              <a:ext uri="{FF2B5EF4-FFF2-40B4-BE49-F238E27FC236}">
                <a16:creationId xmlns:a16="http://schemas.microsoft.com/office/drawing/2014/main" id="{3A5AD786-CB5B-1917-72DD-953CA6CDEB1D}"/>
              </a:ext>
            </a:extLst>
          </p:cNvPr>
          <p:cNvCxnSpPr>
            <a:cxnSpLocks/>
            <a:endCxn id="130" idx="0"/>
          </p:cNvCxnSpPr>
          <p:nvPr/>
        </p:nvCxnSpPr>
        <p:spPr>
          <a:xfrm rot="16200000" flipH="1">
            <a:off x="2431300" y="1986144"/>
            <a:ext cx="2885944" cy="8840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Соединитель: уступ 141">
            <a:extLst>
              <a:ext uri="{FF2B5EF4-FFF2-40B4-BE49-F238E27FC236}">
                <a16:creationId xmlns:a16="http://schemas.microsoft.com/office/drawing/2014/main" id="{07C85DC4-516D-2EBE-E704-D5825C18E2E4}"/>
              </a:ext>
            </a:extLst>
          </p:cNvPr>
          <p:cNvCxnSpPr>
            <a:cxnSpLocks/>
            <a:endCxn id="128" idx="0"/>
          </p:cNvCxnSpPr>
          <p:nvPr/>
        </p:nvCxnSpPr>
        <p:spPr>
          <a:xfrm rot="5400000">
            <a:off x="1649753" y="2864620"/>
            <a:ext cx="2209823" cy="1355165"/>
          </a:xfrm>
          <a:prstGeom prst="bentConnector3">
            <a:avLst>
              <a:gd name="adj1" fmla="val 8189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Соединитель: уступ 152">
            <a:extLst>
              <a:ext uri="{FF2B5EF4-FFF2-40B4-BE49-F238E27FC236}">
                <a16:creationId xmlns:a16="http://schemas.microsoft.com/office/drawing/2014/main" id="{6C310412-917D-0D5A-CF37-BEF7EDE6D72A}"/>
              </a:ext>
            </a:extLst>
          </p:cNvPr>
          <p:cNvCxnSpPr>
            <a:cxnSpLocks/>
            <a:endCxn id="132" idx="0"/>
          </p:cNvCxnSpPr>
          <p:nvPr/>
        </p:nvCxnSpPr>
        <p:spPr>
          <a:xfrm rot="16200000" flipH="1">
            <a:off x="4129000" y="2608160"/>
            <a:ext cx="2071226" cy="169029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Соединитель: уступ 100">
            <a:extLst>
              <a:ext uri="{FF2B5EF4-FFF2-40B4-BE49-F238E27FC236}">
                <a16:creationId xmlns:a16="http://schemas.microsoft.com/office/drawing/2014/main" id="{1DD10113-129A-1710-5192-7D687BEA9B82}"/>
              </a:ext>
            </a:extLst>
          </p:cNvPr>
          <p:cNvCxnSpPr>
            <a:cxnSpLocks/>
            <a:stCxn id="128" idx="1"/>
          </p:cNvCxnSpPr>
          <p:nvPr/>
        </p:nvCxnSpPr>
        <p:spPr>
          <a:xfrm rot="10800000" flipV="1">
            <a:off x="1012826" y="4785613"/>
            <a:ext cx="511175" cy="1259023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 стрелкой 117">
            <a:extLst>
              <a:ext uri="{FF2B5EF4-FFF2-40B4-BE49-F238E27FC236}">
                <a16:creationId xmlns:a16="http://schemas.microsoft.com/office/drawing/2014/main" id="{57903EA3-ADF2-F31D-7CAE-7775AAD40C89}"/>
              </a:ext>
            </a:extLst>
          </p:cNvPr>
          <p:cNvCxnSpPr>
            <a:cxnSpLocks/>
          </p:cNvCxnSpPr>
          <p:nvPr/>
        </p:nvCxnSpPr>
        <p:spPr>
          <a:xfrm>
            <a:off x="1003300" y="5150779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 стрелкой 119">
            <a:extLst>
              <a:ext uri="{FF2B5EF4-FFF2-40B4-BE49-F238E27FC236}">
                <a16:creationId xmlns:a16="http://schemas.microsoft.com/office/drawing/2014/main" id="{D4D7A3CA-A8BA-C6B0-3E7F-653B40C04B25}"/>
              </a:ext>
            </a:extLst>
          </p:cNvPr>
          <p:cNvCxnSpPr>
            <a:cxnSpLocks/>
          </p:cNvCxnSpPr>
          <p:nvPr/>
        </p:nvCxnSpPr>
        <p:spPr>
          <a:xfrm>
            <a:off x="1006475" y="5547654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>
            <a:extLst>
              <a:ext uri="{FF2B5EF4-FFF2-40B4-BE49-F238E27FC236}">
                <a16:creationId xmlns:a16="http://schemas.microsoft.com/office/drawing/2014/main" id="{766CDE47-30FF-5F29-2889-7167764151B5}"/>
              </a:ext>
            </a:extLst>
          </p:cNvPr>
          <p:cNvCxnSpPr>
            <a:cxnSpLocks/>
          </p:cNvCxnSpPr>
          <p:nvPr/>
        </p:nvCxnSpPr>
        <p:spPr>
          <a:xfrm>
            <a:off x="1003300" y="6046129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29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3003-9F9A-8E0A-0D75-1618CE912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98B82F3-0BCF-C690-3ED1-9BBB9DB86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22A971-6148-837B-C93B-D1749D3707FC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53B07-C870-9519-4D6E-84D251202731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ACA278-A32E-A1DB-DFD5-4A7477DBB1D7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</a:t>
            </a:r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ая</a:t>
            </a:r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F54A27-A834-081B-C23B-1D246DE2EA10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CB06EF-6CE0-4035-85FA-12974F76534C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611271-9C2F-BC88-3235-D0AEE0218DCF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75D78D-1A81-A2AB-CB31-706713C7C6F1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58AFAE-C236-15C2-8A5A-A0CDBE1527F3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392A05-1005-9D03-8CBE-B3ADEA67D85E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5217F8E1-20C3-AEBB-3A04-8A6F404F3948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E011ECD6-68B3-A68C-76A8-A985F5D91983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12DFC7F0-5446-0874-F277-02F85A3BD0ED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4778AFC6-3AF5-267C-6B7C-C90C7C7593D1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48B945B3-D2E3-6EBA-2B89-E9CEA9FF601D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A13F66FB-BA28-3A25-4B9B-63A3E2B69724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94CE7DED-CEFD-9495-763D-4146342574AA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A171C01B-F9F4-D8C3-1783-3AF087659EE6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DB7AB10-D140-0C86-C3CD-29E4DB4327C7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48E317A5-7B7E-C0B7-2133-68170FA29AF8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7DE30EED-2548-F699-06F9-91484F7A8D4F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F81F8732-5D72-2545-2C65-7D87F70DE2E3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5AF5A94-6CB9-2324-4EE4-C03B3A1C711D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01BD3-2859-881E-4112-1ECB9C19D928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3D1070-3B5E-0D99-9D84-9B84392F2DDF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85822E-21F0-65AF-C3DE-76ED5918F4C8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7B2DF33B-E374-2503-C3E4-20AE65FFF5F7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21208207-FBD5-198C-EE86-FAF91E1094AD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D1F1F22D-217D-B17A-01D9-90D403BA63C3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25FC7FCF-A0AA-9B5B-3FE8-2D28992FBA8C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4D792FD-4D5C-984D-7381-D9146D933C97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D81242-E82D-576F-7656-8DDCDCA23FAB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F455BA-86B9-BC3D-83D1-66CF52C1A70B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EE2695-2B2C-9ED6-3B1F-B349E0B20FAB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1ABCD9-424A-85B6-76FA-3F62714C73E4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03264EEF-B81C-FDDE-538F-6F0C582865B7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EA499803-C641-F368-E840-0F2F15AE12F9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190705E5-181D-FF34-CE71-647442F2307A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103F2A91-2CDB-DA04-C238-E020C763E9CA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122900D7-DAE0-1E78-4808-A12C6D985ED5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69071B9F-CC97-2454-D654-EFCED5F86FB3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68826BE0-CA1D-2A19-585E-3098DFD5C9D7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F228903-D66C-76DB-ECF8-2C2A6EC0DB2F}"/>
              </a:ext>
            </a:extLst>
          </p:cNvPr>
          <p:cNvSpPr txBox="1"/>
          <p:nvPr/>
        </p:nvSpPr>
        <p:spPr>
          <a:xfrm>
            <a:off x="1356051" y="3747429"/>
            <a:ext cx="54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0EBEB5AA-7F38-8CEE-A271-3626585F88C6}"/>
              </a:ext>
            </a:extLst>
          </p:cNvPr>
          <p:cNvCxnSpPr/>
          <p:nvPr/>
        </p:nvCxnSpPr>
        <p:spPr>
          <a:xfrm>
            <a:off x="2501854" y="1309343"/>
            <a:ext cx="506831" cy="472143"/>
          </a:xfrm>
          <a:prstGeom prst="bentConnector3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A67B0CEE-CCFE-C1C9-194C-538869424FAF}"/>
              </a:ext>
            </a:extLst>
          </p:cNvPr>
          <p:cNvCxnSpPr>
            <a:cxnSpLocks/>
          </p:cNvCxnSpPr>
          <p:nvPr/>
        </p:nvCxnSpPr>
        <p:spPr>
          <a:xfrm rot="5400000">
            <a:off x="2097561" y="2438405"/>
            <a:ext cx="1565904" cy="252069"/>
          </a:xfrm>
          <a:prstGeom prst="bentConnector3">
            <a:avLst>
              <a:gd name="adj1" fmla="val 6490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21ECE3FB-EB6F-FC3A-CA26-5E57113ECA9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5751" y="3354187"/>
            <a:ext cx="918727" cy="580768"/>
          </a:xfrm>
          <a:prstGeom prst="bentConnector3">
            <a:avLst>
              <a:gd name="adj1" fmla="val 4170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2E906461-F8B3-0173-5059-93D483D48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36" y="4122406"/>
            <a:ext cx="142549" cy="14254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287796C4-C429-2C71-2E5F-C383EBB694B2}"/>
              </a:ext>
            </a:extLst>
          </p:cNvPr>
          <p:cNvSpPr txBox="1"/>
          <p:nvPr/>
        </p:nvSpPr>
        <p:spPr>
          <a:xfrm>
            <a:off x="1505910" y="4063506"/>
            <a:ext cx="378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х12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F13D5C1-DFBF-5AAD-EB3F-6A7A882C6AC5}"/>
              </a:ext>
            </a:extLst>
          </p:cNvPr>
          <p:cNvSpPr txBox="1"/>
          <p:nvPr/>
        </p:nvSpPr>
        <p:spPr>
          <a:xfrm>
            <a:off x="5348336" y="1203520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810C892-8E1A-C9AE-ECC1-C2EE3FFB49AF}"/>
              </a:ext>
            </a:extLst>
          </p:cNvPr>
          <p:cNvSpPr txBox="1"/>
          <p:nvPr/>
        </p:nvSpPr>
        <p:spPr>
          <a:xfrm>
            <a:off x="5348336" y="1515558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звод 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x2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335A7C-1B9B-CA59-5A9A-9AF3A4A5685E}"/>
              </a:ext>
            </a:extLst>
          </p:cNvPr>
          <p:cNvSpPr txBox="1"/>
          <p:nvPr/>
        </p:nvSpPr>
        <p:spPr>
          <a:xfrm>
            <a:off x="5335636" y="1816191"/>
            <a:ext cx="918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120-мм миномет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7310621F-449E-9E62-E49F-74890A80C272}"/>
              </a:ext>
            </a:extLst>
          </p:cNvPr>
          <p:cNvGrpSpPr/>
          <p:nvPr/>
        </p:nvGrpSpPr>
        <p:grpSpPr>
          <a:xfrm>
            <a:off x="6194521" y="1193927"/>
            <a:ext cx="449889" cy="230832"/>
            <a:chOff x="6096000" y="3198168"/>
            <a:chExt cx="449889" cy="230832"/>
          </a:xfrm>
        </p:grpSpPr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30C85076-843E-6917-B4B5-B2B704630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D6B2C45-FDA7-A423-587D-ED36F451E311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х10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6AC5249B-E506-484C-0BF5-A936571333AA}"/>
              </a:ext>
            </a:extLst>
          </p:cNvPr>
          <p:cNvGrpSpPr/>
          <p:nvPr/>
        </p:nvGrpSpPr>
        <p:grpSpPr>
          <a:xfrm>
            <a:off x="6040850" y="1495212"/>
            <a:ext cx="449889" cy="230832"/>
            <a:chOff x="5413335" y="4247357"/>
            <a:chExt cx="449889" cy="230832"/>
          </a:xfrm>
        </p:grpSpPr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1AFDA629-D6CC-D145-221D-EB916565F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335" y="4306257"/>
              <a:ext cx="142549" cy="142549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7FEC4FF-9EB4-E721-A3CE-AD9495A5C6FC}"/>
                </a:ext>
              </a:extLst>
            </p:cNvPr>
            <p:cNvSpPr txBox="1"/>
            <p:nvPr/>
          </p:nvSpPr>
          <p:spPr>
            <a:xfrm>
              <a:off x="5484609" y="4247357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72C580C4-66D1-A950-C028-BB46431B0B85}"/>
              </a:ext>
            </a:extLst>
          </p:cNvPr>
          <p:cNvCxnSpPr>
            <a:cxnSpLocks/>
          </p:cNvCxnSpPr>
          <p:nvPr/>
        </p:nvCxnSpPr>
        <p:spPr>
          <a:xfrm>
            <a:off x="5268686" y="761827"/>
            <a:ext cx="0" cy="126709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96177E73-457E-224D-570C-C810AF47F170}"/>
              </a:ext>
            </a:extLst>
          </p:cNvPr>
          <p:cNvCxnSpPr>
            <a:cxnSpLocks/>
          </p:cNvCxnSpPr>
          <p:nvPr/>
        </p:nvCxnSpPr>
        <p:spPr>
          <a:xfrm>
            <a:off x="5268686" y="135497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75E99191-5953-FD73-9A7A-6962C9DCF55B}"/>
              </a:ext>
            </a:extLst>
          </p:cNvPr>
          <p:cNvCxnSpPr>
            <a:cxnSpLocks/>
          </p:cNvCxnSpPr>
          <p:nvPr/>
        </p:nvCxnSpPr>
        <p:spPr>
          <a:xfrm>
            <a:off x="5274007" y="1653254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67E62449-BE19-8DBB-7D8D-E99990B3B31D}"/>
              </a:ext>
            </a:extLst>
          </p:cNvPr>
          <p:cNvCxnSpPr>
            <a:cxnSpLocks/>
          </p:cNvCxnSpPr>
          <p:nvPr/>
        </p:nvCxnSpPr>
        <p:spPr>
          <a:xfrm>
            <a:off x="5274007" y="2017585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1049644-D001-42B2-4F6D-31B1BA25412A}"/>
              </a:ext>
            </a:extLst>
          </p:cNvPr>
          <p:cNvSpPr txBox="1"/>
          <p:nvPr/>
        </p:nvSpPr>
        <p:spPr>
          <a:xfrm>
            <a:off x="6026762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3D4246-C2E7-5088-44BD-3FF69FF37D54}"/>
              </a:ext>
            </a:extLst>
          </p:cNvPr>
          <p:cNvSpPr txBox="1"/>
          <p:nvPr/>
        </p:nvSpPr>
        <p:spPr>
          <a:xfrm>
            <a:off x="7227370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отделе­ние противотанковых управляемых ракет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838094AB-768A-48EC-9617-AF77227AA7D9}"/>
              </a:ext>
            </a:extLst>
          </p:cNvPr>
          <p:cNvGrpSpPr/>
          <p:nvPr/>
        </p:nvGrpSpPr>
        <p:grpSpPr>
          <a:xfrm>
            <a:off x="6316614" y="2706630"/>
            <a:ext cx="449889" cy="230832"/>
            <a:chOff x="6096000" y="3198168"/>
            <a:chExt cx="449889" cy="230832"/>
          </a:xfrm>
        </p:grpSpPr>
        <p:pic>
          <p:nvPicPr>
            <p:cNvPr id="51" name="Рисунок 50">
              <a:extLst>
                <a:ext uri="{FF2B5EF4-FFF2-40B4-BE49-F238E27FC236}">
                  <a16:creationId xmlns:a16="http://schemas.microsoft.com/office/drawing/2014/main" id="{034B7C00-4E21-6E15-216A-A03D504AA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F12D8F4-33F6-8E7F-0950-07865DA4388D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х8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7C741817-2A62-0B03-A329-3999EB57342D}"/>
              </a:ext>
            </a:extLst>
          </p:cNvPr>
          <p:cNvSpPr txBox="1"/>
          <p:nvPr/>
        </p:nvSpPr>
        <p:spPr>
          <a:xfrm>
            <a:off x="5802013" y="2900991"/>
            <a:ext cx="918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гранатомет СПГ-9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6CDA8E-65F8-3BFC-24BD-EE6B7C10CAFF}"/>
              </a:ext>
            </a:extLst>
          </p:cNvPr>
          <p:cNvSpPr txBox="1"/>
          <p:nvPr/>
        </p:nvSpPr>
        <p:spPr>
          <a:xfrm>
            <a:off x="7902836" y="2976581"/>
            <a:ext cx="1279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ПТУРС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B9A53986-6265-11FE-BB92-BE78FF36F81E}"/>
              </a:ext>
            </a:extLst>
          </p:cNvPr>
          <p:cNvGrpSpPr/>
          <p:nvPr/>
        </p:nvGrpSpPr>
        <p:grpSpPr>
          <a:xfrm>
            <a:off x="7993971" y="2705602"/>
            <a:ext cx="449889" cy="230832"/>
            <a:chOff x="6096000" y="3198168"/>
            <a:chExt cx="449889" cy="230832"/>
          </a:xfrm>
        </p:grpSpPr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id="{EC06CC9D-297C-2CF8-76B8-5B973540E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A025DA9-22E4-1818-A9B7-6191B4DBEEF6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х6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6C03DF84-DAF9-5FA0-472B-A634C442D77C}"/>
              </a:ext>
            </a:extLst>
          </p:cNvPr>
          <p:cNvCxnSpPr>
            <a:cxnSpLocks/>
          </p:cNvCxnSpPr>
          <p:nvPr/>
        </p:nvCxnSpPr>
        <p:spPr>
          <a:xfrm>
            <a:off x="7246777" y="1063112"/>
            <a:ext cx="0" cy="718374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6654CD20-C45A-D706-767C-7AF8C710CEBD}"/>
              </a:ext>
            </a:extLst>
          </p:cNvPr>
          <p:cNvCxnSpPr>
            <a:cxnSpLocks/>
            <a:endCxn id="22" idx="0"/>
          </p:cNvCxnSpPr>
          <p:nvPr/>
        </p:nvCxnSpPr>
        <p:spPr>
          <a:xfrm rot="10800000" flipV="1">
            <a:off x="6666366" y="1781486"/>
            <a:ext cx="599925" cy="202395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84E8BD75-F218-1162-DA9C-7CFB3418237B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7257630" y="1781486"/>
            <a:ext cx="609343" cy="202396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808D6164-5688-C837-6579-B3EA08B6AD37}"/>
              </a:ext>
            </a:extLst>
          </p:cNvPr>
          <p:cNvCxnSpPr>
            <a:cxnSpLocks/>
          </p:cNvCxnSpPr>
          <p:nvPr/>
        </p:nvCxnSpPr>
        <p:spPr>
          <a:xfrm>
            <a:off x="6892801" y="2696530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97B94BCF-81E0-26EC-115A-34674C75F0CF}"/>
              </a:ext>
            </a:extLst>
          </p:cNvPr>
          <p:cNvCxnSpPr>
            <a:cxnSpLocks/>
          </p:cNvCxnSpPr>
          <p:nvPr/>
        </p:nvCxnSpPr>
        <p:spPr>
          <a:xfrm>
            <a:off x="7639719" y="2691768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46283E41-0CF6-C1DB-441D-E43D394671A6}"/>
              </a:ext>
            </a:extLst>
          </p:cNvPr>
          <p:cNvCxnSpPr>
            <a:cxnSpLocks/>
          </p:cNvCxnSpPr>
          <p:nvPr/>
        </p:nvCxnSpPr>
        <p:spPr>
          <a:xfrm>
            <a:off x="7639719" y="2835776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C3D6B508-AE99-8403-CDC8-AD6285568924}"/>
              </a:ext>
            </a:extLst>
          </p:cNvPr>
          <p:cNvCxnSpPr>
            <a:cxnSpLocks/>
          </p:cNvCxnSpPr>
          <p:nvPr/>
        </p:nvCxnSpPr>
        <p:spPr>
          <a:xfrm>
            <a:off x="7639719" y="3099691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50C82058-F78D-AE46-576A-8F3FE077F929}"/>
              </a:ext>
            </a:extLst>
          </p:cNvPr>
          <p:cNvCxnSpPr>
            <a:cxnSpLocks/>
          </p:cNvCxnSpPr>
          <p:nvPr/>
        </p:nvCxnSpPr>
        <p:spPr>
          <a:xfrm flipH="1">
            <a:off x="6672715" y="3099691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7C8D95C8-EA96-5792-727C-7991A0D84D41}"/>
              </a:ext>
            </a:extLst>
          </p:cNvPr>
          <p:cNvCxnSpPr>
            <a:cxnSpLocks/>
          </p:cNvCxnSpPr>
          <p:nvPr/>
        </p:nvCxnSpPr>
        <p:spPr>
          <a:xfrm flipH="1">
            <a:off x="6672715" y="2825525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C852111-52BE-6A8F-6282-C51BD776D09F}"/>
              </a:ext>
            </a:extLst>
          </p:cNvPr>
          <p:cNvSpPr txBox="1"/>
          <p:nvPr/>
        </p:nvSpPr>
        <p:spPr>
          <a:xfrm>
            <a:off x="8772163" y="1298516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638945-770C-F1AC-4C02-AE8AE2C26062}"/>
              </a:ext>
            </a:extLst>
          </p:cNvPr>
          <p:cNvSpPr txBox="1"/>
          <p:nvPr/>
        </p:nvSpPr>
        <p:spPr>
          <a:xfrm>
            <a:off x="8772163" y="175481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6ACE37-D64E-DA62-4DFE-4E8D46E89294}"/>
              </a:ext>
            </a:extLst>
          </p:cNvPr>
          <p:cNvSpPr txBox="1"/>
          <p:nvPr/>
        </p:nvSpPr>
        <p:spPr>
          <a:xfrm>
            <a:off x="8772163" y="223723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6CD3D80F-BF69-BC8A-CEF2-03152B01B77D}"/>
              </a:ext>
            </a:extLst>
          </p:cNvPr>
          <p:cNvCxnSpPr>
            <a:cxnSpLocks/>
          </p:cNvCxnSpPr>
          <p:nvPr/>
        </p:nvCxnSpPr>
        <p:spPr>
          <a:xfrm>
            <a:off x="8705306" y="1326630"/>
            <a:ext cx="0" cy="1133201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B6E8331A-F522-49A6-4118-6C60C0BE84D0}"/>
              </a:ext>
            </a:extLst>
          </p:cNvPr>
          <p:cNvCxnSpPr>
            <a:cxnSpLocks/>
          </p:cNvCxnSpPr>
          <p:nvPr/>
        </p:nvCxnSpPr>
        <p:spPr>
          <a:xfrm>
            <a:off x="8705306" y="1502469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6070BB05-11FB-6143-BEC4-287D1D7CE7CD}"/>
              </a:ext>
            </a:extLst>
          </p:cNvPr>
          <p:cNvCxnSpPr>
            <a:cxnSpLocks/>
          </p:cNvCxnSpPr>
          <p:nvPr/>
        </p:nvCxnSpPr>
        <p:spPr>
          <a:xfrm>
            <a:off x="8710627" y="1972201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89B7642C-F8B8-FAD8-3328-C0819BB25D50}"/>
              </a:ext>
            </a:extLst>
          </p:cNvPr>
          <p:cNvCxnSpPr>
            <a:cxnSpLocks/>
          </p:cNvCxnSpPr>
          <p:nvPr/>
        </p:nvCxnSpPr>
        <p:spPr>
          <a:xfrm>
            <a:off x="8710627" y="245083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F13FCAF-8BB0-A29A-A673-1D0C13BE46EE}"/>
              </a:ext>
            </a:extLst>
          </p:cNvPr>
          <p:cNvSpPr txBox="1"/>
          <p:nvPr/>
        </p:nvSpPr>
        <p:spPr>
          <a:xfrm>
            <a:off x="9435314" y="1102497"/>
            <a:ext cx="1059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A1893F-C7A5-BC5C-4F88-5C9E54B06E17}"/>
              </a:ext>
            </a:extLst>
          </p:cNvPr>
          <p:cNvSpPr txBox="1"/>
          <p:nvPr/>
        </p:nvSpPr>
        <p:spPr>
          <a:xfrm>
            <a:off x="9388351" y="1539192"/>
            <a:ext cx="11053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281286-B1FD-827B-24CA-5CF926294675}"/>
              </a:ext>
            </a:extLst>
          </p:cNvPr>
          <p:cNvSpPr txBox="1"/>
          <p:nvPr/>
        </p:nvSpPr>
        <p:spPr>
          <a:xfrm>
            <a:off x="9214523" y="2220057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8BF3FE16-C4C4-BD5C-13BC-5150CD6174DD}"/>
              </a:ext>
            </a:extLst>
          </p:cNvPr>
          <p:cNvGrpSpPr/>
          <p:nvPr/>
        </p:nvGrpSpPr>
        <p:grpSpPr>
          <a:xfrm>
            <a:off x="10101237" y="2594693"/>
            <a:ext cx="449889" cy="230832"/>
            <a:chOff x="6096000" y="3198168"/>
            <a:chExt cx="449889" cy="230832"/>
          </a:xfrm>
        </p:grpSpPr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E02B388E-F7E0-22CF-2CBF-7AB2B1BD3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2A0A700-523A-CBF0-6665-0752B2528CE5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3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21106A5F-9C04-3BD3-05B3-F053F7519BF5}"/>
              </a:ext>
            </a:extLst>
          </p:cNvPr>
          <p:cNvSpPr txBox="1"/>
          <p:nvPr/>
        </p:nvSpPr>
        <p:spPr>
          <a:xfrm>
            <a:off x="9214502" y="2879189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D4874CF6-8288-5CC6-C3E0-ED821F023259}"/>
              </a:ext>
            </a:extLst>
          </p:cNvPr>
          <p:cNvGrpSpPr/>
          <p:nvPr/>
        </p:nvGrpSpPr>
        <p:grpSpPr>
          <a:xfrm>
            <a:off x="10096668" y="3238771"/>
            <a:ext cx="449889" cy="230832"/>
            <a:chOff x="6096000" y="3198168"/>
            <a:chExt cx="449889" cy="230832"/>
          </a:xfrm>
        </p:grpSpPr>
        <p:pic>
          <p:nvPicPr>
            <p:cNvPr id="99" name="Рисунок 98">
              <a:extLst>
                <a:ext uri="{FF2B5EF4-FFF2-40B4-BE49-F238E27FC236}">
                  <a16:creationId xmlns:a16="http://schemas.microsoft.com/office/drawing/2014/main" id="{CCED16FD-3D81-74A4-38F9-9796F778A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2B43BD1-4302-064C-D521-4CF2CB19DD46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4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05" name="Прямая соединительная линия 104">
            <a:extLst>
              <a:ext uri="{FF2B5EF4-FFF2-40B4-BE49-F238E27FC236}">
                <a16:creationId xmlns:a16="http://schemas.microsoft.com/office/drawing/2014/main" id="{307DD7F3-D580-0B01-0548-DE9704ADE008}"/>
              </a:ext>
            </a:extLst>
          </p:cNvPr>
          <p:cNvCxnSpPr>
            <a:cxnSpLocks/>
          </p:cNvCxnSpPr>
          <p:nvPr/>
        </p:nvCxnSpPr>
        <p:spPr>
          <a:xfrm>
            <a:off x="10599571" y="1084428"/>
            <a:ext cx="0" cy="201526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B0C00E3D-B174-8012-F064-3613E7364050}"/>
              </a:ext>
            </a:extLst>
          </p:cNvPr>
          <p:cNvCxnSpPr>
            <a:cxnSpLocks/>
          </p:cNvCxnSpPr>
          <p:nvPr/>
        </p:nvCxnSpPr>
        <p:spPr>
          <a:xfrm flipH="1">
            <a:off x="10428740" y="1298516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541844BB-912C-2320-F74E-620ED37BB19B}"/>
              </a:ext>
            </a:extLst>
          </p:cNvPr>
          <p:cNvCxnSpPr>
            <a:cxnSpLocks/>
          </p:cNvCxnSpPr>
          <p:nvPr/>
        </p:nvCxnSpPr>
        <p:spPr>
          <a:xfrm flipH="1">
            <a:off x="10428740" y="1843743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E062E520-AEB7-092B-9F54-57832CD7359E}"/>
              </a:ext>
            </a:extLst>
          </p:cNvPr>
          <p:cNvCxnSpPr>
            <a:cxnSpLocks/>
          </p:cNvCxnSpPr>
          <p:nvPr/>
        </p:nvCxnSpPr>
        <p:spPr>
          <a:xfrm flipH="1">
            <a:off x="10428740" y="2437290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9E8197B0-B087-4213-2487-5F8F52EE4014}"/>
              </a:ext>
            </a:extLst>
          </p:cNvPr>
          <p:cNvCxnSpPr>
            <a:cxnSpLocks/>
          </p:cNvCxnSpPr>
          <p:nvPr/>
        </p:nvCxnSpPr>
        <p:spPr>
          <a:xfrm flipH="1">
            <a:off x="10428740" y="3099691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70EB7C6-5727-04EB-3CB4-FF477DA0DE3F}"/>
              </a:ext>
            </a:extLst>
          </p:cNvPr>
          <p:cNvSpPr txBox="1"/>
          <p:nvPr/>
        </p:nvSpPr>
        <p:spPr>
          <a:xfrm>
            <a:off x="11125392" y="136166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пункта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B842118-82B2-72B7-0851-69B9C97CFB57}"/>
              </a:ext>
            </a:extLst>
          </p:cNvPr>
          <p:cNvSpPr txBox="1"/>
          <p:nvPr/>
        </p:nvSpPr>
        <p:spPr>
          <a:xfrm>
            <a:off x="11109896" y="181150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шофер-санитар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6F47B21-D265-3102-A594-E83E998FDF1A}"/>
              </a:ext>
            </a:extLst>
          </p:cNvPr>
          <p:cNvSpPr txBox="1"/>
          <p:nvPr/>
        </p:nvSpPr>
        <p:spPr>
          <a:xfrm>
            <a:off x="11109896" y="2382290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анитар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3" name="Прямая соединительная линия 102">
            <a:extLst>
              <a:ext uri="{FF2B5EF4-FFF2-40B4-BE49-F238E27FC236}">
                <a16:creationId xmlns:a16="http://schemas.microsoft.com/office/drawing/2014/main" id="{DD5F3AC1-C8EA-0777-B0CF-0333E433BA1C}"/>
              </a:ext>
            </a:extLst>
          </p:cNvPr>
          <p:cNvCxnSpPr>
            <a:cxnSpLocks/>
          </p:cNvCxnSpPr>
          <p:nvPr/>
        </p:nvCxnSpPr>
        <p:spPr>
          <a:xfrm>
            <a:off x="10937966" y="1063112"/>
            <a:ext cx="0" cy="1466966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120">
            <a:extLst>
              <a:ext uri="{FF2B5EF4-FFF2-40B4-BE49-F238E27FC236}">
                <a16:creationId xmlns:a16="http://schemas.microsoft.com/office/drawing/2014/main" id="{F9D6B44F-F3A3-D9EF-88D4-E3EA7CD93E23}"/>
              </a:ext>
            </a:extLst>
          </p:cNvPr>
          <p:cNvCxnSpPr>
            <a:cxnSpLocks/>
          </p:cNvCxnSpPr>
          <p:nvPr/>
        </p:nvCxnSpPr>
        <p:spPr>
          <a:xfrm>
            <a:off x="10938272" y="1579734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E44477E3-114B-BAD4-A9EC-942CBDE215A9}"/>
              </a:ext>
            </a:extLst>
          </p:cNvPr>
          <p:cNvCxnSpPr>
            <a:cxnSpLocks/>
          </p:cNvCxnSpPr>
          <p:nvPr/>
        </p:nvCxnSpPr>
        <p:spPr>
          <a:xfrm>
            <a:off x="10944225" y="2031080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37B4C689-90BB-AD9D-0750-3E2CD6CDAA75}"/>
              </a:ext>
            </a:extLst>
          </p:cNvPr>
          <p:cNvCxnSpPr>
            <a:cxnSpLocks/>
          </p:cNvCxnSpPr>
          <p:nvPr/>
        </p:nvCxnSpPr>
        <p:spPr>
          <a:xfrm>
            <a:off x="10939463" y="2521618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E151EAA-B76E-963A-F51F-D2C0A6167527}"/>
              </a:ext>
            </a:extLst>
          </p:cNvPr>
          <p:cNvSpPr txBox="1"/>
          <p:nvPr/>
        </p:nvSpPr>
        <p:spPr>
          <a:xfrm>
            <a:off x="1524000" y="4647114"/>
            <a:ext cx="110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378EAE0-71F9-E17D-8D91-4CB74294E7EF}"/>
              </a:ext>
            </a:extLst>
          </p:cNvPr>
          <p:cNvSpPr txBox="1"/>
          <p:nvPr/>
        </p:nvSpPr>
        <p:spPr>
          <a:xfrm>
            <a:off x="3810001" y="3871145"/>
            <a:ext cx="101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пулеметное отде­лени</a:t>
            </a:r>
            <a:r>
              <a:rPr lang="ru-RU" sz="12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е</a:t>
            </a:r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B4E6A23-3D38-8398-C5B4-9C350124F63E}"/>
              </a:ext>
            </a:extLst>
          </p:cNvPr>
          <p:cNvSpPr txBox="1"/>
          <p:nvPr/>
        </p:nvSpPr>
        <p:spPr>
          <a:xfrm>
            <a:off x="5324309" y="4488921"/>
            <a:ext cx="137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DC22B1-39A6-C271-8C78-00CB6F1BA106}"/>
              </a:ext>
            </a:extLst>
          </p:cNvPr>
          <p:cNvSpPr txBox="1"/>
          <p:nvPr/>
        </p:nvSpPr>
        <p:spPr>
          <a:xfrm>
            <a:off x="1184568" y="5005128"/>
            <a:ext cx="1126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546A273-25E0-B9AC-B27E-D0461F0419DD}"/>
              </a:ext>
            </a:extLst>
          </p:cNvPr>
          <p:cNvSpPr txBox="1"/>
          <p:nvPr/>
        </p:nvSpPr>
        <p:spPr>
          <a:xfrm>
            <a:off x="1166586" y="5308834"/>
            <a:ext cx="11265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заме­ститель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1AFC281-8854-54DB-113A-670ED7735FE5}"/>
              </a:ext>
            </a:extLst>
          </p:cNvPr>
          <p:cNvSpPr txBox="1"/>
          <p:nvPr/>
        </p:nvSpPr>
        <p:spPr>
          <a:xfrm>
            <a:off x="1153634" y="5921526"/>
            <a:ext cx="1126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старшина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3" name="Соединитель: уступ 132">
            <a:extLst>
              <a:ext uri="{FF2B5EF4-FFF2-40B4-BE49-F238E27FC236}">
                <a16:creationId xmlns:a16="http://schemas.microsoft.com/office/drawing/2014/main" id="{8B2E81A0-67ED-86BB-F88C-3C83A54494F3}"/>
              </a:ext>
            </a:extLst>
          </p:cNvPr>
          <p:cNvCxnSpPr>
            <a:cxnSpLocks/>
            <a:endCxn id="130" idx="0"/>
          </p:cNvCxnSpPr>
          <p:nvPr/>
        </p:nvCxnSpPr>
        <p:spPr>
          <a:xfrm rot="16200000" flipH="1">
            <a:off x="2431300" y="1986144"/>
            <a:ext cx="2885944" cy="8840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Соединитель: уступ 141">
            <a:extLst>
              <a:ext uri="{FF2B5EF4-FFF2-40B4-BE49-F238E27FC236}">
                <a16:creationId xmlns:a16="http://schemas.microsoft.com/office/drawing/2014/main" id="{3FFE86AB-8ABC-8DB0-1CE1-2A5AEE2DE5EC}"/>
              </a:ext>
            </a:extLst>
          </p:cNvPr>
          <p:cNvCxnSpPr>
            <a:cxnSpLocks/>
            <a:endCxn id="128" idx="0"/>
          </p:cNvCxnSpPr>
          <p:nvPr/>
        </p:nvCxnSpPr>
        <p:spPr>
          <a:xfrm rot="5400000">
            <a:off x="1649753" y="2864620"/>
            <a:ext cx="2209823" cy="1355165"/>
          </a:xfrm>
          <a:prstGeom prst="bentConnector3">
            <a:avLst>
              <a:gd name="adj1" fmla="val 8189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Соединитель: уступ 152">
            <a:extLst>
              <a:ext uri="{FF2B5EF4-FFF2-40B4-BE49-F238E27FC236}">
                <a16:creationId xmlns:a16="http://schemas.microsoft.com/office/drawing/2014/main" id="{A16D6B20-07B5-C89B-B602-E13124D3D80A}"/>
              </a:ext>
            </a:extLst>
          </p:cNvPr>
          <p:cNvCxnSpPr>
            <a:cxnSpLocks/>
            <a:endCxn id="132" idx="0"/>
          </p:cNvCxnSpPr>
          <p:nvPr/>
        </p:nvCxnSpPr>
        <p:spPr>
          <a:xfrm rot="16200000" flipH="1">
            <a:off x="4129000" y="2608160"/>
            <a:ext cx="2071226" cy="169029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Соединитель: уступ 100">
            <a:extLst>
              <a:ext uri="{FF2B5EF4-FFF2-40B4-BE49-F238E27FC236}">
                <a16:creationId xmlns:a16="http://schemas.microsoft.com/office/drawing/2014/main" id="{F3F71944-3759-C6D4-D10F-0D0D0CD7AC82}"/>
              </a:ext>
            </a:extLst>
          </p:cNvPr>
          <p:cNvCxnSpPr>
            <a:cxnSpLocks/>
            <a:stCxn id="128" idx="1"/>
          </p:cNvCxnSpPr>
          <p:nvPr/>
        </p:nvCxnSpPr>
        <p:spPr>
          <a:xfrm rot="10800000" flipV="1">
            <a:off x="1012826" y="4785613"/>
            <a:ext cx="511175" cy="1259023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 стрелкой 117">
            <a:extLst>
              <a:ext uri="{FF2B5EF4-FFF2-40B4-BE49-F238E27FC236}">
                <a16:creationId xmlns:a16="http://schemas.microsoft.com/office/drawing/2014/main" id="{41669306-9CCF-3ACC-B2A6-BEA826279EFA}"/>
              </a:ext>
            </a:extLst>
          </p:cNvPr>
          <p:cNvCxnSpPr>
            <a:cxnSpLocks/>
          </p:cNvCxnSpPr>
          <p:nvPr/>
        </p:nvCxnSpPr>
        <p:spPr>
          <a:xfrm>
            <a:off x="1003300" y="5150779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 стрелкой 119">
            <a:extLst>
              <a:ext uri="{FF2B5EF4-FFF2-40B4-BE49-F238E27FC236}">
                <a16:creationId xmlns:a16="http://schemas.microsoft.com/office/drawing/2014/main" id="{3894C5DB-F0DA-124E-3428-63CD1F02484F}"/>
              </a:ext>
            </a:extLst>
          </p:cNvPr>
          <p:cNvCxnSpPr>
            <a:cxnSpLocks/>
          </p:cNvCxnSpPr>
          <p:nvPr/>
        </p:nvCxnSpPr>
        <p:spPr>
          <a:xfrm>
            <a:off x="1006475" y="5547654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>
            <a:extLst>
              <a:ext uri="{FF2B5EF4-FFF2-40B4-BE49-F238E27FC236}">
                <a16:creationId xmlns:a16="http://schemas.microsoft.com/office/drawing/2014/main" id="{DFB453FD-490B-7D32-F8FB-DDD6523C0A5A}"/>
              </a:ext>
            </a:extLst>
          </p:cNvPr>
          <p:cNvCxnSpPr>
            <a:cxnSpLocks/>
          </p:cNvCxnSpPr>
          <p:nvPr/>
        </p:nvCxnSpPr>
        <p:spPr>
          <a:xfrm>
            <a:off x="1003300" y="6046129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C92E2D3-2A31-E974-9232-863713ECFE57}"/>
              </a:ext>
            </a:extLst>
          </p:cNvPr>
          <p:cNvSpPr txBox="1"/>
          <p:nvPr/>
        </p:nvSpPr>
        <p:spPr>
          <a:xfrm>
            <a:off x="3962400" y="4391183"/>
            <a:ext cx="109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командира отделения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A7BE2B1-6367-4DAA-1C54-9FEC6454547E}"/>
              </a:ext>
            </a:extLst>
          </p:cNvPr>
          <p:cNvSpPr txBox="1"/>
          <p:nvPr/>
        </p:nvSpPr>
        <p:spPr>
          <a:xfrm>
            <a:off x="3962400" y="4833173"/>
            <a:ext cx="10910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водителя бронетранспортера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8A07B82-4B55-71AE-770E-5FDB8CD9DF9A}"/>
              </a:ext>
            </a:extLst>
          </p:cNvPr>
          <p:cNvSpPr txBox="1"/>
          <p:nvPr/>
        </p:nvSpPr>
        <p:spPr>
          <a:xfrm>
            <a:off x="3962400" y="5452535"/>
            <a:ext cx="109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пуле­метный расчет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9" name="Прямая соединительная линия 118">
            <a:extLst>
              <a:ext uri="{FF2B5EF4-FFF2-40B4-BE49-F238E27FC236}">
                <a16:creationId xmlns:a16="http://schemas.microsoft.com/office/drawing/2014/main" id="{C967D86E-EE0E-7274-D25D-EACBFD6649E7}"/>
              </a:ext>
            </a:extLst>
          </p:cNvPr>
          <p:cNvCxnSpPr>
            <a:cxnSpLocks/>
          </p:cNvCxnSpPr>
          <p:nvPr/>
        </p:nvCxnSpPr>
        <p:spPr>
          <a:xfrm>
            <a:off x="3913945" y="4294338"/>
            <a:ext cx="0" cy="13920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 стрелкой 126">
            <a:extLst>
              <a:ext uri="{FF2B5EF4-FFF2-40B4-BE49-F238E27FC236}">
                <a16:creationId xmlns:a16="http://schemas.microsoft.com/office/drawing/2014/main" id="{3334935E-F57D-9F2C-D9BB-8830E5FD889C}"/>
              </a:ext>
            </a:extLst>
          </p:cNvPr>
          <p:cNvCxnSpPr>
            <a:cxnSpLocks/>
          </p:cNvCxnSpPr>
          <p:nvPr/>
        </p:nvCxnSpPr>
        <p:spPr>
          <a:xfrm>
            <a:off x="3921125" y="5093629"/>
            <a:ext cx="13108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>
            <a:extLst>
              <a:ext uri="{FF2B5EF4-FFF2-40B4-BE49-F238E27FC236}">
                <a16:creationId xmlns:a16="http://schemas.microsoft.com/office/drawing/2014/main" id="{55CB16E2-9E7B-BBF3-F01F-EDA7E12BF58B}"/>
              </a:ext>
            </a:extLst>
          </p:cNvPr>
          <p:cNvCxnSpPr>
            <a:cxnSpLocks/>
          </p:cNvCxnSpPr>
          <p:nvPr/>
        </p:nvCxnSpPr>
        <p:spPr>
          <a:xfrm>
            <a:off x="3921125" y="4595154"/>
            <a:ext cx="13108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133">
            <a:extLst>
              <a:ext uri="{FF2B5EF4-FFF2-40B4-BE49-F238E27FC236}">
                <a16:creationId xmlns:a16="http://schemas.microsoft.com/office/drawing/2014/main" id="{878DB04D-AE97-A5FD-B8AA-0D8DC20D730E}"/>
              </a:ext>
            </a:extLst>
          </p:cNvPr>
          <p:cNvCxnSpPr>
            <a:cxnSpLocks/>
          </p:cNvCxnSpPr>
          <p:nvPr/>
        </p:nvCxnSpPr>
        <p:spPr>
          <a:xfrm>
            <a:off x="3919931" y="5677829"/>
            <a:ext cx="13108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099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2AF6A-A428-5484-FBFD-FD0516A5E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636B23B-DDE8-98C3-9BA0-0CAB3A91E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03E2DF-588D-4400-77A1-2164C22A23BC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FB374-F997-269B-4601-74BF383CBA0A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AA484F-051F-F9F6-E125-DC102CE71BD2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</a:t>
            </a:r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ая</a:t>
            </a:r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ADB33B-1514-8A7D-6F0D-271156E32E8E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86DAB8-3801-66FD-178B-A6AC8CEFA988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CE62D3-618D-39F8-B2DA-182D39B233CA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D8E6C9-FB45-E335-5673-6BD8B563F397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86DA16-95ED-3CDF-8636-952263B9B2BD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DFB433-82DC-2863-30F6-53C9CDC280DC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57192BB6-2940-4B89-47B6-7102D1E4E132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C568B598-6A5D-979E-B157-A7C11C7D6230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1E5CD3D8-5077-2329-F641-001F3D1F4AB2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893EB970-918C-AC99-ACA2-93F77B95DDD9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8D27CDDC-9D39-B9E1-6B6D-0A497E083720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D909F6CC-3EEA-D6BD-A6F1-16263126A2B9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BF34C1CD-2384-23EA-1C15-41E43F162CF0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83FE7F38-D643-0D8E-28C4-AA605B9A3EDD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B77C9CBF-45F9-E26F-0E5C-89A7B4250F1B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961A4D70-D67D-BDC0-9553-5229D4447431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7995111C-6562-2622-D923-EC4F5200FB27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5C17B764-3727-16E6-2DEC-8290EAE7093E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A65CE4-82F1-2028-3A39-937BC7E85756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852CC8-8A0D-00F5-605E-02D66AC0464E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C95BED-0163-E2A1-88D0-94A1B9802E40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D05ECB-714D-593B-7C09-8D9E4D07A56D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483FE4F1-6213-4268-471A-098CED7E22D2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308FEE75-5557-C928-0F1F-881F158DD0C6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D6B8810C-CC2C-C1B1-2A07-0634246950FD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5F3F9196-F939-8F3E-0BB4-0F789EA693AE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294667-2777-32CF-8326-98BD7D018003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C823E6-4AA3-F72A-594C-5F3E10A2E33F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EE7595-3A32-9350-F733-428FF48B487A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61C3E2-C7BB-53E9-0BBC-EAF751C99F56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38CC2E-8F1A-B16C-5904-8BF36F40614C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8D83C8AA-1FB7-D01D-DFB8-FC8A6DE0A54F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A1A1FBB6-2997-34C2-420B-7302945EA470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5E7645C0-D926-CBFB-33CA-9C82C7C27536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32A24B18-14A3-7250-9761-1449B29D231F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455353C4-7818-4B04-2E8C-FDAD98F0EE1F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89433970-1606-5F91-495B-34C7ADA0DEF4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9A34F6A5-8BED-CE42-57AE-99B2DDB28F78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BA7FC5B-71FA-2ED5-9D9A-CA4FE8DCB81C}"/>
              </a:ext>
            </a:extLst>
          </p:cNvPr>
          <p:cNvSpPr txBox="1"/>
          <p:nvPr/>
        </p:nvSpPr>
        <p:spPr>
          <a:xfrm>
            <a:off x="1356051" y="3747429"/>
            <a:ext cx="54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010E4788-1397-109C-6E83-4A19A5325405}"/>
              </a:ext>
            </a:extLst>
          </p:cNvPr>
          <p:cNvCxnSpPr/>
          <p:nvPr/>
        </p:nvCxnSpPr>
        <p:spPr>
          <a:xfrm>
            <a:off x="2501854" y="1309343"/>
            <a:ext cx="506831" cy="472143"/>
          </a:xfrm>
          <a:prstGeom prst="bentConnector3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34EFEA59-447C-B4A9-DC03-784E7A274374}"/>
              </a:ext>
            </a:extLst>
          </p:cNvPr>
          <p:cNvCxnSpPr>
            <a:cxnSpLocks/>
          </p:cNvCxnSpPr>
          <p:nvPr/>
        </p:nvCxnSpPr>
        <p:spPr>
          <a:xfrm rot="5400000">
            <a:off x="2097561" y="2438405"/>
            <a:ext cx="1565904" cy="252069"/>
          </a:xfrm>
          <a:prstGeom prst="bentConnector3">
            <a:avLst>
              <a:gd name="adj1" fmla="val 6490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27A920EC-7240-CDBA-6EBA-81720BDF495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5751" y="3354187"/>
            <a:ext cx="918727" cy="580768"/>
          </a:xfrm>
          <a:prstGeom prst="bentConnector3">
            <a:avLst>
              <a:gd name="adj1" fmla="val 4170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8090FCDF-2462-FB1B-7AE1-7E3631BEA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36" y="4122406"/>
            <a:ext cx="142549" cy="14254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719EC168-0C65-5B75-AB14-6FC8E3B073DD}"/>
              </a:ext>
            </a:extLst>
          </p:cNvPr>
          <p:cNvSpPr txBox="1"/>
          <p:nvPr/>
        </p:nvSpPr>
        <p:spPr>
          <a:xfrm>
            <a:off x="1505910" y="4063506"/>
            <a:ext cx="378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х12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26C458E-DC7B-3BD6-3232-37005FE1FA04}"/>
              </a:ext>
            </a:extLst>
          </p:cNvPr>
          <p:cNvSpPr txBox="1"/>
          <p:nvPr/>
        </p:nvSpPr>
        <p:spPr>
          <a:xfrm>
            <a:off x="5348336" y="1203520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71718A-02DF-2C7D-D2D0-71045CEAFE5F}"/>
              </a:ext>
            </a:extLst>
          </p:cNvPr>
          <p:cNvSpPr txBox="1"/>
          <p:nvPr/>
        </p:nvSpPr>
        <p:spPr>
          <a:xfrm>
            <a:off x="5348336" y="1515558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звод 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x2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398E455-5090-8D72-955B-9383281A6FA6}"/>
              </a:ext>
            </a:extLst>
          </p:cNvPr>
          <p:cNvSpPr txBox="1"/>
          <p:nvPr/>
        </p:nvSpPr>
        <p:spPr>
          <a:xfrm>
            <a:off x="5335636" y="1816191"/>
            <a:ext cx="918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120-мм миномет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F952F4D2-B063-43A7-7AD9-55474E59BCB6}"/>
              </a:ext>
            </a:extLst>
          </p:cNvPr>
          <p:cNvGrpSpPr/>
          <p:nvPr/>
        </p:nvGrpSpPr>
        <p:grpSpPr>
          <a:xfrm>
            <a:off x="6194521" y="1193927"/>
            <a:ext cx="449889" cy="230832"/>
            <a:chOff x="6096000" y="3198168"/>
            <a:chExt cx="449889" cy="230832"/>
          </a:xfrm>
        </p:grpSpPr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118082E9-903C-2840-6169-B04498094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0111BF1-853B-A4CD-0FA4-27AE8EC67FE2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х10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2EF6EAC2-BB72-1826-BF40-23B011912E5D}"/>
              </a:ext>
            </a:extLst>
          </p:cNvPr>
          <p:cNvGrpSpPr/>
          <p:nvPr/>
        </p:nvGrpSpPr>
        <p:grpSpPr>
          <a:xfrm>
            <a:off x="6040850" y="1495212"/>
            <a:ext cx="449889" cy="230832"/>
            <a:chOff x="5413335" y="4247357"/>
            <a:chExt cx="449889" cy="230832"/>
          </a:xfrm>
        </p:grpSpPr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C2C02DDC-F7FB-D5CE-2BFD-E9ABD3E36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335" y="4306257"/>
              <a:ext cx="142549" cy="142549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5F3ECA3-B43F-AB72-5200-DE670FC1A774}"/>
                </a:ext>
              </a:extLst>
            </p:cNvPr>
            <p:cNvSpPr txBox="1"/>
            <p:nvPr/>
          </p:nvSpPr>
          <p:spPr>
            <a:xfrm>
              <a:off x="5484609" y="4247357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CEC9135F-4702-C9AB-1A6A-6CF4394D70BC}"/>
              </a:ext>
            </a:extLst>
          </p:cNvPr>
          <p:cNvCxnSpPr>
            <a:cxnSpLocks/>
          </p:cNvCxnSpPr>
          <p:nvPr/>
        </p:nvCxnSpPr>
        <p:spPr>
          <a:xfrm>
            <a:off x="5268686" y="761827"/>
            <a:ext cx="0" cy="126709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A37A4BF4-F61F-FE96-2BDD-CBCA499B70FD}"/>
              </a:ext>
            </a:extLst>
          </p:cNvPr>
          <p:cNvCxnSpPr>
            <a:cxnSpLocks/>
          </p:cNvCxnSpPr>
          <p:nvPr/>
        </p:nvCxnSpPr>
        <p:spPr>
          <a:xfrm>
            <a:off x="5268686" y="135497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C2E17579-E0F8-D0ED-4A8E-2DF8BE070750}"/>
              </a:ext>
            </a:extLst>
          </p:cNvPr>
          <p:cNvCxnSpPr>
            <a:cxnSpLocks/>
          </p:cNvCxnSpPr>
          <p:nvPr/>
        </p:nvCxnSpPr>
        <p:spPr>
          <a:xfrm>
            <a:off x="5274007" y="1653254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FEE4BAC4-BC06-DDEC-0517-94E9A11AD5E8}"/>
              </a:ext>
            </a:extLst>
          </p:cNvPr>
          <p:cNvCxnSpPr>
            <a:cxnSpLocks/>
          </p:cNvCxnSpPr>
          <p:nvPr/>
        </p:nvCxnSpPr>
        <p:spPr>
          <a:xfrm>
            <a:off x="5274007" y="2017585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A24286-CCCC-D7C9-6CC8-5CEF1370E4E4}"/>
              </a:ext>
            </a:extLst>
          </p:cNvPr>
          <p:cNvSpPr txBox="1"/>
          <p:nvPr/>
        </p:nvSpPr>
        <p:spPr>
          <a:xfrm>
            <a:off x="6026762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54A7EC-4500-EA6A-75F1-D8E0644D073E}"/>
              </a:ext>
            </a:extLst>
          </p:cNvPr>
          <p:cNvSpPr txBox="1"/>
          <p:nvPr/>
        </p:nvSpPr>
        <p:spPr>
          <a:xfrm>
            <a:off x="7227370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отделе­ние противотанковых управляемых ракет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D0BC1734-61ED-96BE-EC74-8DA212613170}"/>
              </a:ext>
            </a:extLst>
          </p:cNvPr>
          <p:cNvGrpSpPr/>
          <p:nvPr/>
        </p:nvGrpSpPr>
        <p:grpSpPr>
          <a:xfrm>
            <a:off x="6316614" y="2706630"/>
            <a:ext cx="449889" cy="230832"/>
            <a:chOff x="6096000" y="3198168"/>
            <a:chExt cx="449889" cy="230832"/>
          </a:xfrm>
        </p:grpSpPr>
        <p:pic>
          <p:nvPicPr>
            <p:cNvPr id="51" name="Рисунок 50">
              <a:extLst>
                <a:ext uri="{FF2B5EF4-FFF2-40B4-BE49-F238E27FC236}">
                  <a16:creationId xmlns:a16="http://schemas.microsoft.com/office/drawing/2014/main" id="{8E4B5200-5715-973A-E7BF-B893AC7BC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3D1DB00-761F-94CE-6D18-48ECDA264E27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х8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19267A85-D121-E548-63D8-8DEDF7B1B121}"/>
              </a:ext>
            </a:extLst>
          </p:cNvPr>
          <p:cNvSpPr txBox="1"/>
          <p:nvPr/>
        </p:nvSpPr>
        <p:spPr>
          <a:xfrm>
            <a:off x="5802013" y="2900991"/>
            <a:ext cx="918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гранатомет СПГ-9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5489D4-686A-3CCD-F59A-240C0F1C246E}"/>
              </a:ext>
            </a:extLst>
          </p:cNvPr>
          <p:cNvSpPr txBox="1"/>
          <p:nvPr/>
        </p:nvSpPr>
        <p:spPr>
          <a:xfrm>
            <a:off x="7902836" y="2976581"/>
            <a:ext cx="1279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ПТУРС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1EEE4978-3448-F29B-FA34-6C6EC296512A}"/>
              </a:ext>
            </a:extLst>
          </p:cNvPr>
          <p:cNvGrpSpPr/>
          <p:nvPr/>
        </p:nvGrpSpPr>
        <p:grpSpPr>
          <a:xfrm>
            <a:off x="7993971" y="2705602"/>
            <a:ext cx="449889" cy="230832"/>
            <a:chOff x="6096000" y="3198168"/>
            <a:chExt cx="449889" cy="230832"/>
          </a:xfrm>
        </p:grpSpPr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id="{89E8DA1D-C0F7-3077-5148-9228253E9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99F4CFC-FA6C-5B5B-B3F8-D8180BCC9AE9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х6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29819264-F2F5-67C2-10D9-3C0DAF87C8FD}"/>
              </a:ext>
            </a:extLst>
          </p:cNvPr>
          <p:cNvCxnSpPr>
            <a:cxnSpLocks/>
          </p:cNvCxnSpPr>
          <p:nvPr/>
        </p:nvCxnSpPr>
        <p:spPr>
          <a:xfrm>
            <a:off x="7246777" y="1063112"/>
            <a:ext cx="0" cy="718374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15F493B8-C681-E64A-D629-63C7DE95D421}"/>
              </a:ext>
            </a:extLst>
          </p:cNvPr>
          <p:cNvCxnSpPr>
            <a:cxnSpLocks/>
            <a:endCxn id="22" idx="0"/>
          </p:cNvCxnSpPr>
          <p:nvPr/>
        </p:nvCxnSpPr>
        <p:spPr>
          <a:xfrm rot="10800000" flipV="1">
            <a:off x="6666366" y="1781486"/>
            <a:ext cx="599925" cy="202395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610DD24B-D1AB-5B86-7624-6B36ED51226F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7257630" y="1781486"/>
            <a:ext cx="609343" cy="202396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F8906FED-CA50-AB90-17BF-CA0B50C29C19}"/>
              </a:ext>
            </a:extLst>
          </p:cNvPr>
          <p:cNvCxnSpPr>
            <a:cxnSpLocks/>
          </p:cNvCxnSpPr>
          <p:nvPr/>
        </p:nvCxnSpPr>
        <p:spPr>
          <a:xfrm>
            <a:off x="6892801" y="2696530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117B0DF7-402A-9027-4F94-000BFF658D94}"/>
              </a:ext>
            </a:extLst>
          </p:cNvPr>
          <p:cNvCxnSpPr>
            <a:cxnSpLocks/>
          </p:cNvCxnSpPr>
          <p:nvPr/>
        </p:nvCxnSpPr>
        <p:spPr>
          <a:xfrm>
            <a:off x="7639719" y="2691768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8CF7341B-4304-D2C4-A922-189D42694699}"/>
              </a:ext>
            </a:extLst>
          </p:cNvPr>
          <p:cNvCxnSpPr>
            <a:cxnSpLocks/>
          </p:cNvCxnSpPr>
          <p:nvPr/>
        </p:nvCxnSpPr>
        <p:spPr>
          <a:xfrm>
            <a:off x="7639719" y="2835776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5401407E-9A90-09D0-BDDC-3CFBB22F1258}"/>
              </a:ext>
            </a:extLst>
          </p:cNvPr>
          <p:cNvCxnSpPr>
            <a:cxnSpLocks/>
          </p:cNvCxnSpPr>
          <p:nvPr/>
        </p:nvCxnSpPr>
        <p:spPr>
          <a:xfrm>
            <a:off x="7639719" y="3099691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811F37B9-8A88-B40A-227A-4E2F1B1D3AED}"/>
              </a:ext>
            </a:extLst>
          </p:cNvPr>
          <p:cNvCxnSpPr>
            <a:cxnSpLocks/>
          </p:cNvCxnSpPr>
          <p:nvPr/>
        </p:nvCxnSpPr>
        <p:spPr>
          <a:xfrm flipH="1">
            <a:off x="6672715" y="3099691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2E5AE3C8-5772-3D20-4C80-B7799D968440}"/>
              </a:ext>
            </a:extLst>
          </p:cNvPr>
          <p:cNvCxnSpPr>
            <a:cxnSpLocks/>
          </p:cNvCxnSpPr>
          <p:nvPr/>
        </p:nvCxnSpPr>
        <p:spPr>
          <a:xfrm flipH="1">
            <a:off x="6672715" y="2825525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9AA1383-2218-BC7E-DA31-D609BDA454ED}"/>
              </a:ext>
            </a:extLst>
          </p:cNvPr>
          <p:cNvSpPr txBox="1"/>
          <p:nvPr/>
        </p:nvSpPr>
        <p:spPr>
          <a:xfrm>
            <a:off x="8772163" y="1298516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2D0B62-A216-9C57-32F9-F7D0DC6CFE9E}"/>
              </a:ext>
            </a:extLst>
          </p:cNvPr>
          <p:cNvSpPr txBox="1"/>
          <p:nvPr/>
        </p:nvSpPr>
        <p:spPr>
          <a:xfrm>
            <a:off x="8772163" y="175481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66F3C5-F5C8-923E-82EA-5C4251A64601}"/>
              </a:ext>
            </a:extLst>
          </p:cNvPr>
          <p:cNvSpPr txBox="1"/>
          <p:nvPr/>
        </p:nvSpPr>
        <p:spPr>
          <a:xfrm>
            <a:off x="8772163" y="223723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1578D6B5-F77F-BA08-DBBB-25103039E467}"/>
              </a:ext>
            </a:extLst>
          </p:cNvPr>
          <p:cNvCxnSpPr>
            <a:cxnSpLocks/>
          </p:cNvCxnSpPr>
          <p:nvPr/>
        </p:nvCxnSpPr>
        <p:spPr>
          <a:xfrm>
            <a:off x="8705306" y="1326630"/>
            <a:ext cx="0" cy="1133201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F0771C1E-D271-9F13-8139-43B4C40E4BB2}"/>
              </a:ext>
            </a:extLst>
          </p:cNvPr>
          <p:cNvCxnSpPr>
            <a:cxnSpLocks/>
          </p:cNvCxnSpPr>
          <p:nvPr/>
        </p:nvCxnSpPr>
        <p:spPr>
          <a:xfrm>
            <a:off x="8705306" y="1502469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1ED88D50-D6D7-8FFB-BC6B-3909F90D10AF}"/>
              </a:ext>
            </a:extLst>
          </p:cNvPr>
          <p:cNvCxnSpPr>
            <a:cxnSpLocks/>
          </p:cNvCxnSpPr>
          <p:nvPr/>
        </p:nvCxnSpPr>
        <p:spPr>
          <a:xfrm>
            <a:off x="8710627" y="1972201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2180445D-A0E9-752A-8570-9C678FDB5BD2}"/>
              </a:ext>
            </a:extLst>
          </p:cNvPr>
          <p:cNvCxnSpPr>
            <a:cxnSpLocks/>
          </p:cNvCxnSpPr>
          <p:nvPr/>
        </p:nvCxnSpPr>
        <p:spPr>
          <a:xfrm>
            <a:off x="8710627" y="245083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4E35E24-7A53-0B1C-80D5-353527AA672C}"/>
              </a:ext>
            </a:extLst>
          </p:cNvPr>
          <p:cNvSpPr txBox="1"/>
          <p:nvPr/>
        </p:nvSpPr>
        <p:spPr>
          <a:xfrm>
            <a:off x="9435314" y="1102497"/>
            <a:ext cx="1059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D0392F-60A6-4BF6-393A-C6B284C4C9E5}"/>
              </a:ext>
            </a:extLst>
          </p:cNvPr>
          <p:cNvSpPr txBox="1"/>
          <p:nvPr/>
        </p:nvSpPr>
        <p:spPr>
          <a:xfrm>
            <a:off x="9388351" y="1539192"/>
            <a:ext cx="11053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0300FF-8AB9-2EC4-0D09-6B47A1D6BB3E}"/>
              </a:ext>
            </a:extLst>
          </p:cNvPr>
          <p:cNvSpPr txBox="1"/>
          <p:nvPr/>
        </p:nvSpPr>
        <p:spPr>
          <a:xfrm>
            <a:off x="9214523" y="2220057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E5E1672C-C95E-0BF1-7E0F-0192ECDEA12B}"/>
              </a:ext>
            </a:extLst>
          </p:cNvPr>
          <p:cNvGrpSpPr/>
          <p:nvPr/>
        </p:nvGrpSpPr>
        <p:grpSpPr>
          <a:xfrm>
            <a:off x="10101237" y="2594693"/>
            <a:ext cx="449889" cy="230832"/>
            <a:chOff x="6096000" y="3198168"/>
            <a:chExt cx="449889" cy="230832"/>
          </a:xfrm>
        </p:grpSpPr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26D7B709-909C-319A-4D7E-010372E58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3A614D8-59A0-0EDA-FA66-414915CC6AF6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3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B4E08DB0-3E17-3595-53AF-FA2F722D9D69}"/>
              </a:ext>
            </a:extLst>
          </p:cNvPr>
          <p:cNvSpPr txBox="1"/>
          <p:nvPr/>
        </p:nvSpPr>
        <p:spPr>
          <a:xfrm>
            <a:off x="9214502" y="2879189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E3D01611-96CF-FFFA-EDF7-8E08650A2B54}"/>
              </a:ext>
            </a:extLst>
          </p:cNvPr>
          <p:cNvGrpSpPr/>
          <p:nvPr/>
        </p:nvGrpSpPr>
        <p:grpSpPr>
          <a:xfrm>
            <a:off x="10096668" y="3238771"/>
            <a:ext cx="449889" cy="230832"/>
            <a:chOff x="6096000" y="3198168"/>
            <a:chExt cx="449889" cy="230832"/>
          </a:xfrm>
        </p:grpSpPr>
        <p:pic>
          <p:nvPicPr>
            <p:cNvPr id="99" name="Рисунок 98">
              <a:extLst>
                <a:ext uri="{FF2B5EF4-FFF2-40B4-BE49-F238E27FC236}">
                  <a16:creationId xmlns:a16="http://schemas.microsoft.com/office/drawing/2014/main" id="{A25480F4-81F0-C7A0-584A-512627C81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0EEEE15-C467-E324-4594-83D1E626D8E8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4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05" name="Прямая соединительная линия 104">
            <a:extLst>
              <a:ext uri="{FF2B5EF4-FFF2-40B4-BE49-F238E27FC236}">
                <a16:creationId xmlns:a16="http://schemas.microsoft.com/office/drawing/2014/main" id="{7BE96C98-9327-D86A-C35D-454AE79EEF08}"/>
              </a:ext>
            </a:extLst>
          </p:cNvPr>
          <p:cNvCxnSpPr>
            <a:cxnSpLocks/>
          </p:cNvCxnSpPr>
          <p:nvPr/>
        </p:nvCxnSpPr>
        <p:spPr>
          <a:xfrm>
            <a:off x="10599571" y="1084428"/>
            <a:ext cx="0" cy="201526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D1BC50BB-E07D-B890-67A3-6C0804B38C95}"/>
              </a:ext>
            </a:extLst>
          </p:cNvPr>
          <p:cNvCxnSpPr>
            <a:cxnSpLocks/>
          </p:cNvCxnSpPr>
          <p:nvPr/>
        </p:nvCxnSpPr>
        <p:spPr>
          <a:xfrm flipH="1">
            <a:off x="10428740" y="1298516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C896B395-43DB-C3E0-3B8C-49A93EE87CB2}"/>
              </a:ext>
            </a:extLst>
          </p:cNvPr>
          <p:cNvCxnSpPr>
            <a:cxnSpLocks/>
          </p:cNvCxnSpPr>
          <p:nvPr/>
        </p:nvCxnSpPr>
        <p:spPr>
          <a:xfrm flipH="1">
            <a:off x="10428740" y="1843743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972CF970-9060-72F7-8D04-D11EA258C027}"/>
              </a:ext>
            </a:extLst>
          </p:cNvPr>
          <p:cNvCxnSpPr>
            <a:cxnSpLocks/>
          </p:cNvCxnSpPr>
          <p:nvPr/>
        </p:nvCxnSpPr>
        <p:spPr>
          <a:xfrm flipH="1">
            <a:off x="10428740" y="2437290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E11DAD04-7487-D330-1185-A2BF54C38B77}"/>
              </a:ext>
            </a:extLst>
          </p:cNvPr>
          <p:cNvCxnSpPr>
            <a:cxnSpLocks/>
          </p:cNvCxnSpPr>
          <p:nvPr/>
        </p:nvCxnSpPr>
        <p:spPr>
          <a:xfrm flipH="1">
            <a:off x="10428740" y="3099691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3A0A83D-6485-8C25-ABDC-B39BDE981CEC}"/>
              </a:ext>
            </a:extLst>
          </p:cNvPr>
          <p:cNvSpPr txBox="1"/>
          <p:nvPr/>
        </p:nvSpPr>
        <p:spPr>
          <a:xfrm>
            <a:off x="11125392" y="136166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пункта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D7731D6-D066-98C4-118A-EAF65CA856EA}"/>
              </a:ext>
            </a:extLst>
          </p:cNvPr>
          <p:cNvSpPr txBox="1"/>
          <p:nvPr/>
        </p:nvSpPr>
        <p:spPr>
          <a:xfrm>
            <a:off x="11109896" y="181150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шофер-санитар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C5780D8-5FDB-488B-E4C3-6BCBF0BF3C3C}"/>
              </a:ext>
            </a:extLst>
          </p:cNvPr>
          <p:cNvSpPr txBox="1"/>
          <p:nvPr/>
        </p:nvSpPr>
        <p:spPr>
          <a:xfrm>
            <a:off x="11109896" y="2382290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анитар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3" name="Прямая соединительная линия 102">
            <a:extLst>
              <a:ext uri="{FF2B5EF4-FFF2-40B4-BE49-F238E27FC236}">
                <a16:creationId xmlns:a16="http://schemas.microsoft.com/office/drawing/2014/main" id="{8817D15A-7865-E841-A9B1-FFE9140E3FA3}"/>
              </a:ext>
            </a:extLst>
          </p:cNvPr>
          <p:cNvCxnSpPr>
            <a:cxnSpLocks/>
          </p:cNvCxnSpPr>
          <p:nvPr/>
        </p:nvCxnSpPr>
        <p:spPr>
          <a:xfrm>
            <a:off x="10937966" y="1063112"/>
            <a:ext cx="0" cy="1466966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120">
            <a:extLst>
              <a:ext uri="{FF2B5EF4-FFF2-40B4-BE49-F238E27FC236}">
                <a16:creationId xmlns:a16="http://schemas.microsoft.com/office/drawing/2014/main" id="{FD0B093F-ED03-DAA1-65BF-10386C539BF8}"/>
              </a:ext>
            </a:extLst>
          </p:cNvPr>
          <p:cNvCxnSpPr>
            <a:cxnSpLocks/>
          </p:cNvCxnSpPr>
          <p:nvPr/>
        </p:nvCxnSpPr>
        <p:spPr>
          <a:xfrm>
            <a:off x="10938272" y="1579734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E24E7761-B5A8-DD43-ADBD-8F932BC3DED3}"/>
              </a:ext>
            </a:extLst>
          </p:cNvPr>
          <p:cNvCxnSpPr>
            <a:cxnSpLocks/>
          </p:cNvCxnSpPr>
          <p:nvPr/>
        </p:nvCxnSpPr>
        <p:spPr>
          <a:xfrm>
            <a:off x="10944225" y="2031080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71DCE7B9-A857-77A0-BA54-8AC2F8616683}"/>
              </a:ext>
            </a:extLst>
          </p:cNvPr>
          <p:cNvCxnSpPr>
            <a:cxnSpLocks/>
          </p:cNvCxnSpPr>
          <p:nvPr/>
        </p:nvCxnSpPr>
        <p:spPr>
          <a:xfrm>
            <a:off x="10939463" y="2521618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562653AD-3A26-3B23-3E8A-8AA2D797D7BD}"/>
              </a:ext>
            </a:extLst>
          </p:cNvPr>
          <p:cNvSpPr txBox="1"/>
          <p:nvPr/>
        </p:nvSpPr>
        <p:spPr>
          <a:xfrm>
            <a:off x="1524000" y="4647114"/>
            <a:ext cx="110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50C9C34-C79A-9545-6264-A6B083EF697F}"/>
              </a:ext>
            </a:extLst>
          </p:cNvPr>
          <p:cNvSpPr txBox="1"/>
          <p:nvPr/>
        </p:nvSpPr>
        <p:spPr>
          <a:xfrm>
            <a:off x="3810001" y="3871145"/>
            <a:ext cx="101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пулеметное отде­лени</a:t>
            </a:r>
            <a:r>
              <a:rPr lang="ru-RU" sz="12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е</a:t>
            </a:r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DE958D7-9E35-73E7-6983-FB5EA726752E}"/>
              </a:ext>
            </a:extLst>
          </p:cNvPr>
          <p:cNvSpPr txBox="1"/>
          <p:nvPr/>
        </p:nvSpPr>
        <p:spPr>
          <a:xfrm>
            <a:off x="5324309" y="4488921"/>
            <a:ext cx="137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85CD95-38B2-0B2D-130A-10A6B1A6FD7D}"/>
              </a:ext>
            </a:extLst>
          </p:cNvPr>
          <p:cNvSpPr txBox="1"/>
          <p:nvPr/>
        </p:nvSpPr>
        <p:spPr>
          <a:xfrm>
            <a:off x="1184568" y="5005128"/>
            <a:ext cx="1126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B7CD61E-4A09-9ED7-7219-C2FEA60E9646}"/>
              </a:ext>
            </a:extLst>
          </p:cNvPr>
          <p:cNvSpPr txBox="1"/>
          <p:nvPr/>
        </p:nvSpPr>
        <p:spPr>
          <a:xfrm>
            <a:off x="1166586" y="5308834"/>
            <a:ext cx="11265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заме­ститель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5C51D51-2AD7-CC94-CB6D-BFD55A4AA8DF}"/>
              </a:ext>
            </a:extLst>
          </p:cNvPr>
          <p:cNvSpPr txBox="1"/>
          <p:nvPr/>
        </p:nvSpPr>
        <p:spPr>
          <a:xfrm>
            <a:off x="1153634" y="5921526"/>
            <a:ext cx="1126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старшина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3" name="Соединитель: уступ 132">
            <a:extLst>
              <a:ext uri="{FF2B5EF4-FFF2-40B4-BE49-F238E27FC236}">
                <a16:creationId xmlns:a16="http://schemas.microsoft.com/office/drawing/2014/main" id="{A53A1538-AEB7-8CCF-D1AB-D9AAFDB67935}"/>
              </a:ext>
            </a:extLst>
          </p:cNvPr>
          <p:cNvCxnSpPr>
            <a:cxnSpLocks/>
            <a:endCxn id="130" idx="0"/>
          </p:cNvCxnSpPr>
          <p:nvPr/>
        </p:nvCxnSpPr>
        <p:spPr>
          <a:xfrm rot="16200000" flipH="1">
            <a:off x="2431300" y="1986144"/>
            <a:ext cx="2885944" cy="8840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Соединитель: уступ 141">
            <a:extLst>
              <a:ext uri="{FF2B5EF4-FFF2-40B4-BE49-F238E27FC236}">
                <a16:creationId xmlns:a16="http://schemas.microsoft.com/office/drawing/2014/main" id="{D081EBA1-E490-B6EC-A113-AEBF0358AC3D}"/>
              </a:ext>
            </a:extLst>
          </p:cNvPr>
          <p:cNvCxnSpPr>
            <a:cxnSpLocks/>
            <a:endCxn id="128" idx="0"/>
          </p:cNvCxnSpPr>
          <p:nvPr/>
        </p:nvCxnSpPr>
        <p:spPr>
          <a:xfrm rot="5400000">
            <a:off x="1649753" y="2864620"/>
            <a:ext cx="2209823" cy="1355165"/>
          </a:xfrm>
          <a:prstGeom prst="bentConnector3">
            <a:avLst>
              <a:gd name="adj1" fmla="val 8189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Соединитель: уступ 152">
            <a:extLst>
              <a:ext uri="{FF2B5EF4-FFF2-40B4-BE49-F238E27FC236}">
                <a16:creationId xmlns:a16="http://schemas.microsoft.com/office/drawing/2014/main" id="{598677DD-7999-A646-E920-94D719DA90BC}"/>
              </a:ext>
            </a:extLst>
          </p:cNvPr>
          <p:cNvCxnSpPr>
            <a:cxnSpLocks/>
            <a:endCxn id="132" idx="0"/>
          </p:cNvCxnSpPr>
          <p:nvPr/>
        </p:nvCxnSpPr>
        <p:spPr>
          <a:xfrm rot="16200000" flipH="1">
            <a:off x="4129000" y="2608160"/>
            <a:ext cx="2071226" cy="169029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Соединитель: уступ 100">
            <a:extLst>
              <a:ext uri="{FF2B5EF4-FFF2-40B4-BE49-F238E27FC236}">
                <a16:creationId xmlns:a16="http://schemas.microsoft.com/office/drawing/2014/main" id="{4543C777-A3E2-E562-79B3-8A542271A47F}"/>
              </a:ext>
            </a:extLst>
          </p:cNvPr>
          <p:cNvCxnSpPr>
            <a:cxnSpLocks/>
            <a:stCxn id="128" idx="1"/>
          </p:cNvCxnSpPr>
          <p:nvPr/>
        </p:nvCxnSpPr>
        <p:spPr>
          <a:xfrm rot="10800000" flipV="1">
            <a:off x="1012826" y="4785613"/>
            <a:ext cx="511175" cy="1259023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 стрелкой 117">
            <a:extLst>
              <a:ext uri="{FF2B5EF4-FFF2-40B4-BE49-F238E27FC236}">
                <a16:creationId xmlns:a16="http://schemas.microsoft.com/office/drawing/2014/main" id="{CDF1BD84-ABFD-8C14-83A2-C27272BCE4E0}"/>
              </a:ext>
            </a:extLst>
          </p:cNvPr>
          <p:cNvCxnSpPr>
            <a:cxnSpLocks/>
          </p:cNvCxnSpPr>
          <p:nvPr/>
        </p:nvCxnSpPr>
        <p:spPr>
          <a:xfrm>
            <a:off x="1003300" y="5150779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 стрелкой 119">
            <a:extLst>
              <a:ext uri="{FF2B5EF4-FFF2-40B4-BE49-F238E27FC236}">
                <a16:creationId xmlns:a16="http://schemas.microsoft.com/office/drawing/2014/main" id="{8F8DFF98-243E-E6A7-734B-9809773F55D3}"/>
              </a:ext>
            </a:extLst>
          </p:cNvPr>
          <p:cNvCxnSpPr>
            <a:cxnSpLocks/>
          </p:cNvCxnSpPr>
          <p:nvPr/>
        </p:nvCxnSpPr>
        <p:spPr>
          <a:xfrm>
            <a:off x="1006475" y="5547654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>
            <a:extLst>
              <a:ext uri="{FF2B5EF4-FFF2-40B4-BE49-F238E27FC236}">
                <a16:creationId xmlns:a16="http://schemas.microsoft.com/office/drawing/2014/main" id="{91ECC4E8-784C-4F7A-B6BE-19D131C6B72A}"/>
              </a:ext>
            </a:extLst>
          </p:cNvPr>
          <p:cNvCxnSpPr>
            <a:cxnSpLocks/>
          </p:cNvCxnSpPr>
          <p:nvPr/>
        </p:nvCxnSpPr>
        <p:spPr>
          <a:xfrm>
            <a:off x="1003300" y="6046129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FE19D0E9-083E-5A58-A310-EB3555F32D6D}"/>
              </a:ext>
            </a:extLst>
          </p:cNvPr>
          <p:cNvSpPr txBox="1"/>
          <p:nvPr/>
        </p:nvSpPr>
        <p:spPr>
          <a:xfrm>
            <a:off x="3962400" y="4391183"/>
            <a:ext cx="109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командира отделения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CC2F5C8-2208-B10A-8A42-91AA69BE6CFD}"/>
              </a:ext>
            </a:extLst>
          </p:cNvPr>
          <p:cNvSpPr txBox="1"/>
          <p:nvPr/>
        </p:nvSpPr>
        <p:spPr>
          <a:xfrm>
            <a:off x="3962400" y="4833173"/>
            <a:ext cx="10910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водителя бронетранспортера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CC483AC-9A3A-E41D-D457-6AFF6DDECB1C}"/>
              </a:ext>
            </a:extLst>
          </p:cNvPr>
          <p:cNvSpPr txBox="1"/>
          <p:nvPr/>
        </p:nvSpPr>
        <p:spPr>
          <a:xfrm>
            <a:off x="3962400" y="5452535"/>
            <a:ext cx="109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пуле­метный расчет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9" name="Прямая соединительная линия 118">
            <a:extLst>
              <a:ext uri="{FF2B5EF4-FFF2-40B4-BE49-F238E27FC236}">
                <a16:creationId xmlns:a16="http://schemas.microsoft.com/office/drawing/2014/main" id="{7EAD11F4-BEB6-3CD3-AEAA-5663FE468C84}"/>
              </a:ext>
            </a:extLst>
          </p:cNvPr>
          <p:cNvCxnSpPr>
            <a:cxnSpLocks/>
          </p:cNvCxnSpPr>
          <p:nvPr/>
        </p:nvCxnSpPr>
        <p:spPr>
          <a:xfrm>
            <a:off x="3913945" y="4294338"/>
            <a:ext cx="0" cy="13920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 стрелкой 126">
            <a:extLst>
              <a:ext uri="{FF2B5EF4-FFF2-40B4-BE49-F238E27FC236}">
                <a16:creationId xmlns:a16="http://schemas.microsoft.com/office/drawing/2014/main" id="{826745CC-F3A2-5C72-08FE-270741A65880}"/>
              </a:ext>
            </a:extLst>
          </p:cNvPr>
          <p:cNvCxnSpPr>
            <a:cxnSpLocks/>
          </p:cNvCxnSpPr>
          <p:nvPr/>
        </p:nvCxnSpPr>
        <p:spPr>
          <a:xfrm>
            <a:off x="3921125" y="5093629"/>
            <a:ext cx="13108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>
            <a:extLst>
              <a:ext uri="{FF2B5EF4-FFF2-40B4-BE49-F238E27FC236}">
                <a16:creationId xmlns:a16="http://schemas.microsoft.com/office/drawing/2014/main" id="{EACDA0C7-140E-1FF9-81B8-21F894C5CA9E}"/>
              </a:ext>
            </a:extLst>
          </p:cNvPr>
          <p:cNvCxnSpPr>
            <a:cxnSpLocks/>
          </p:cNvCxnSpPr>
          <p:nvPr/>
        </p:nvCxnSpPr>
        <p:spPr>
          <a:xfrm>
            <a:off x="3921125" y="4595154"/>
            <a:ext cx="13108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133">
            <a:extLst>
              <a:ext uri="{FF2B5EF4-FFF2-40B4-BE49-F238E27FC236}">
                <a16:creationId xmlns:a16="http://schemas.microsoft.com/office/drawing/2014/main" id="{1CA9E393-D55D-C04B-195C-033ED675EAB1}"/>
              </a:ext>
            </a:extLst>
          </p:cNvPr>
          <p:cNvCxnSpPr>
            <a:cxnSpLocks/>
          </p:cNvCxnSpPr>
          <p:nvPr/>
        </p:nvCxnSpPr>
        <p:spPr>
          <a:xfrm>
            <a:off x="3919931" y="5677829"/>
            <a:ext cx="13108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0E9E1701-78F0-9ED7-0B57-D2B8E9415D84}"/>
              </a:ext>
            </a:extLst>
          </p:cNvPr>
          <p:cNvSpPr txBox="1"/>
          <p:nvPr/>
        </p:nvSpPr>
        <p:spPr>
          <a:xfrm>
            <a:off x="3296421" y="6181721"/>
            <a:ext cx="84504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пулеметчик 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26674D2-6B0D-1E98-865C-CE19CA60B8B6}"/>
              </a:ext>
            </a:extLst>
          </p:cNvPr>
          <p:cNvSpPr txBox="1"/>
          <p:nvPr/>
        </p:nvSpPr>
        <p:spPr>
          <a:xfrm>
            <a:off x="4550142" y="6181956"/>
            <a:ext cx="867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помощник пулеметчика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6" name="Соединитель: уступ 125">
            <a:extLst>
              <a:ext uri="{FF2B5EF4-FFF2-40B4-BE49-F238E27FC236}">
                <a16:creationId xmlns:a16="http://schemas.microsoft.com/office/drawing/2014/main" id="{D3258D53-378B-C830-7690-137B340DB13B}"/>
              </a:ext>
            </a:extLst>
          </p:cNvPr>
          <p:cNvCxnSpPr>
            <a:cxnSpLocks/>
            <a:stCxn id="117" idx="2"/>
            <a:endCxn id="114" idx="0"/>
          </p:cNvCxnSpPr>
          <p:nvPr/>
        </p:nvCxnSpPr>
        <p:spPr>
          <a:xfrm rot="5400000">
            <a:off x="3948902" y="5622690"/>
            <a:ext cx="329076" cy="78898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Соединитель: уступ 134">
            <a:extLst>
              <a:ext uri="{FF2B5EF4-FFF2-40B4-BE49-F238E27FC236}">
                <a16:creationId xmlns:a16="http://schemas.microsoft.com/office/drawing/2014/main" id="{22F39719-B252-6F0A-90CA-0CC21CC466DA}"/>
              </a:ext>
            </a:extLst>
          </p:cNvPr>
          <p:cNvCxnSpPr>
            <a:cxnSpLocks/>
            <a:stCxn id="117" idx="2"/>
            <a:endCxn id="123" idx="0"/>
          </p:cNvCxnSpPr>
          <p:nvPr/>
        </p:nvCxnSpPr>
        <p:spPr>
          <a:xfrm rot="16200000" flipH="1">
            <a:off x="4581183" y="5779395"/>
            <a:ext cx="329311" cy="47581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949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D76BE-D623-0F6D-748A-43A08D90D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1C1057D-67A9-0ADA-D6E9-600A5FA70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59E6F7-C99F-3017-8BE4-8DE0538186CF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C3D7C1-B2D6-51F6-0EBE-29FF473F5C97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416076-38C0-41F5-35EF-AE418628E0A3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</a:t>
            </a:r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ая</a:t>
            </a:r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4B5FCF-4CE3-57BD-40B0-3E5EA374ED8B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AF9E10-963C-640C-F1DF-7F58090EA02F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39E769-E76E-326F-B150-9F4ABA2ECFFC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78CFEA-CE77-1CAF-689E-8DCD49B38146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06E01A-EE94-C36A-47DC-20EBDBB3587E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18D3EA-4F3D-1BC7-5973-C8F5805CED39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A0666DCF-B307-25C9-B06C-19AF149D9579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138D1CBB-617F-77A4-83EA-A625B34FBF9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3E971CC6-78E5-678E-A317-9AD32E1085C5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9F78B4D6-EEF6-EFD7-635A-666DA79D6C0F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34724AC5-F769-0E14-EB56-63BC7B8DE468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B2D62FDC-C1FE-C824-4CDA-B24980819221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D5030951-FE23-03A1-9909-BEA9FF75AC8C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2A64ECBF-FCD4-93FE-3C03-0802C740CDE0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BCDB366A-413C-F7DC-A5A4-93B1DB322A34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77E7C0D5-8B49-DBF6-52E6-6AEB31CEA3B7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428A0AD9-1B25-D832-237B-D0554360861A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4C52E0C5-E6CB-46A2-19EF-209FC7FC5581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4777ECA-9D7B-014F-04DC-846BA1593000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492D2-2E86-5533-1BDE-5C34C3FE42B1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632673-8BA4-702A-1282-DDCA6F32DC05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C110C9-9961-6ED2-C67D-4B45038125EA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A4D303FF-AD72-93B9-6323-73BFB579C64C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5A18D918-B450-468D-9BA4-4B350CBF8A15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D9C4DA90-657B-7C38-06D7-54972813A86B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049E435A-50D8-03F5-F21B-C201246C5218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4048B91-6ECA-5DEE-BC2B-24A8C69C8F8E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CC81B9-6202-8A3B-2332-E2D819CB64AC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5D426-5BC6-794A-BF84-7C4DD6C6E3A1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8AD08F-7BBE-6655-532F-58FBED418204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96AD96-F81F-C063-FED7-97B7242FEC26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AE4D7015-EAFD-D085-F55A-74A696DB50EF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65962257-28FC-C8B6-34B6-AC70326E1A88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1F39B292-344D-DF15-0B32-2E00FF123D76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29EE448E-6A31-7ED8-A36A-B2CCB01D367B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83C2585B-B6B0-FEB8-F3D7-B6FCDD575867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73742B73-9DDB-778F-6A1F-2ABA58884CB1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9CC404B5-07A5-9F33-99A8-D09999433978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4CFD929-6496-E8BC-FF6A-714EB910DBE8}"/>
              </a:ext>
            </a:extLst>
          </p:cNvPr>
          <p:cNvSpPr txBox="1"/>
          <p:nvPr/>
        </p:nvSpPr>
        <p:spPr>
          <a:xfrm>
            <a:off x="1356051" y="3747429"/>
            <a:ext cx="54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74ADC6F6-DC84-A352-B6F6-3A7509C61002}"/>
              </a:ext>
            </a:extLst>
          </p:cNvPr>
          <p:cNvCxnSpPr/>
          <p:nvPr/>
        </p:nvCxnSpPr>
        <p:spPr>
          <a:xfrm>
            <a:off x="2501854" y="1309343"/>
            <a:ext cx="506831" cy="472143"/>
          </a:xfrm>
          <a:prstGeom prst="bentConnector3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1675860B-A456-60DE-C7FB-65DF50F47B09}"/>
              </a:ext>
            </a:extLst>
          </p:cNvPr>
          <p:cNvCxnSpPr>
            <a:cxnSpLocks/>
          </p:cNvCxnSpPr>
          <p:nvPr/>
        </p:nvCxnSpPr>
        <p:spPr>
          <a:xfrm rot="5400000">
            <a:off x="2097561" y="2438405"/>
            <a:ext cx="1565904" cy="252069"/>
          </a:xfrm>
          <a:prstGeom prst="bentConnector3">
            <a:avLst>
              <a:gd name="adj1" fmla="val 6490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7AD84D81-ED6A-9F39-473C-90C642D9424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5751" y="3354187"/>
            <a:ext cx="918727" cy="580768"/>
          </a:xfrm>
          <a:prstGeom prst="bentConnector3">
            <a:avLst>
              <a:gd name="adj1" fmla="val 4170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1B6B2F92-1404-65A9-1C54-4C13ED3F2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36" y="4122406"/>
            <a:ext cx="142549" cy="14254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A7B1F381-B969-EDEB-C0FB-6E9EC4FEC25D}"/>
              </a:ext>
            </a:extLst>
          </p:cNvPr>
          <p:cNvSpPr txBox="1"/>
          <p:nvPr/>
        </p:nvSpPr>
        <p:spPr>
          <a:xfrm>
            <a:off x="1505910" y="4063506"/>
            <a:ext cx="378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х12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6E0839-1FD1-3322-D74A-1141C9AEE2E9}"/>
              </a:ext>
            </a:extLst>
          </p:cNvPr>
          <p:cNvSpPr txBox="1"/>
          <p:nvPr/>
        </p:nvSpPr>
        <p:spPr>
          <a:xfrm>
            <a:off x="5348336" y="1203520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4C43053-D776-4936-D6EE-F559649ECEBD}"/>
              </a:ext>
            </a:extLst>
          </p:cNvPr>
          <p:cNvSpPr txBox="1"/>
          <p:nvPr/>
        </p:nvSpPr>
        <p:spPr>
          <a:xfrm>
            <a:off x="5348336" y="1515558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звод 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x2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79AC59-B9B5-0F72-FE47-8544138E77C0}"/>
              </a:ext>
            </a:extLst>
          </p:cNvPr>
          <p:cNvSpPr txBox="1"/>
          <p:nvPr/>
        </p:nvSpPr>
        <p:spPr>
          <a:xfrm>
            <a:off x="5335636" y="1816191"/>
            <a:ext cx="918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120-мм миномет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6650D044-B6AD-AE43-9BD9-4F92BD049A6E}"/>
              </a:ext>
            </a:extLst>
          </p:cNvPr>
          <p:cNvGrpSpPr/>
          <p:nvPr/>
        </p:nvGrpSpPr>
        <p:grpSpPr>
          <a:xfrm>
            <a:off x="6194521" y="1193927"/>
            <a:ext cx="449889" cy="230832"/>
            <a:chOff x="6096000" y="3198168"/>
            <a:chExt cx="449889" cy="230832"/>
          </a:xfrm>
        </p:grpSpPr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9F714839-EBDD-284E-D438-0159F3607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16F7502-889C-59A8-EA29-F8A379A686EE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х10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68BC8FE8-EA1E-7C4B-F2F2-37F938DBA085}"/>
              </a:ext>
            </a:extLst>
          </p:cNvPr>
          <p:cNvGrpSpPr/>
          <p:nvPr/>
        </p:nvGrpSpPr>
        <p:grpSpPr>
          <a:xfrm>
            <a:off x="6040850" y="1495212"/>
            <a:ext cx="449889" cy="230832"/>
            <a:chOff x="5413335" y="4247357"/>
            <a:chExt cx="449889" cy="230832"/>
          </a:xfrm>
        </p:grpSpPr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2C05D51C-91F7-82E8-8496-6A939BA2B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335" y="4306257"/>
              <a:ext cx="142549" cy="142549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BCBB78D-5FC2-1C77-8A45-7659D5E4E39E}"/>
                </a:ext>
              </a:extLst>
            </p:cNvPr>
            <p:cNvSpPr txBox="1"/>
            <p:nvPr/>
          </p:nvSpPr>
          <p:spPr>
            <a:xfrm>
              <a:off x="5484609" y="4247357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EDFDD76E-22A8-007B-CA0E-6A2EF06416B5}"/>
              </a:ext>
            </a:extLst>
          </p:cNvPr>
          <p:cNvCxnSpPr>
            <a:cxnSpLocks/>
          </p:cNvCxnSpPr>
          <p:nvPr/>
        </p:nvCxnSpPr>
        <p:spPr>
          <a:xfrm>
            <a:off x="5268686" y="761827"/>
            <a:ext cx="0" cy="126709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8F50C783-58D4-18D0-03D0-E8F7A39BDA84}"/>
              </a:ext>
            </a:extLst>
          </p:cNvPr>
          <p:cNvCxnSpPr>
            <a:cxnSpLocks/>
          </p:cNvCxnSpPr>
          <p:nvPr/>
        </p:nvCxnSpPr>
        <p:spPr>
          <a:xfrm>
            <a:off x="5268686" y="135497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3EC10027-3D0C-8988-B6C0-5EB0EDD7ED9B}"/>
              </a:ext>
            </a:extLst>
          </p:cNvPr>
          <p:cNvCxnSpPr>
            <a:cxnSpLocks/>
          </p:cNvCxnSpPr>
          <p:nvPr/>
        </p:nvCxnSpPr>
        <p:spPr>
          <a:xfrm>
            <a:off x="5274007" y="1653254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2FB11B13-D57B-503C-A370-30448933F44D}"/>
              </a:ext>
            </a:extLst>
          </p:cNvPr>
          <p:cNvCxnSpPr>
            <a:cxnSpLocks/>
          </p:cNvCxnSpPr>
          <p:nvPr/>
        </p:nvCxnSpPr>
        <p:spPr>
          <a:xfrm>
            <a:off x="5274007" y="2017585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2E1D694-83F0-8C8E-B9DF-C96173E7A966}"/>
              </a:ext>
            </a:extLst>
          </p:cNvPr>
          <p:cNvSpPr txBox="1"/>
          <p:nvPr/>
        </p:nvSpPr>
        <p:spPr>
          <a:xfrm>
            <a:off x="6026762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99DA50-18D2-0E2B-0279-E8962D1F5F2F}"/>
              </a:ext>
            </a:extLst>
          </p:cNvPr>
          <p:cNvSpPr txBox="1"/>
          <p:nvPr/>
        </p:nvSpPr>
        <p:spPr>
          <a:xfrm>
            <a:off x="7227370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отделе­ние противотанковых управляемых ракет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8290D39F-E7F8-EF88-6C29-700F1AE7E7E0}"/>
              </a:ext>
            </a:extLst>
          </p:cNvPr>
          <p:cNvGrpSpPr/>
          <p:nvPr/>
        </p:nvGrpSpPr>
        <p:grpSpPr>
          <a:xfrm>
            <a:off x="6316614" y="2706630"/>
            <a:ext cx="449889" cy="230832"/>
            <a:chOff x="6096000" y="3198168"/>
            <a:chExt cx="449889" cy="230832"/>
          </a:xfrm>
        </p:grpSpPr>
        <p:pic>
          <p:nvPicPr>
            <p:cNvPr id="51" name="Рисунок 50">
              <a:extLst>
                <a:ext uri="{FF2B5EF4-FFF2-40B4-BE49-F238E27FC236}">
                  <a16:creationId xmlns:a16="http://schemas.microsoft.com/office/drawing/2014/main" id="{C41CE12D-ED74-3216-947B-A831CC2F9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CCE9DC-D121-8161-3CF5-7EC6B41ADD30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х8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28FAFA85-F67F-9648-48A0-718FE76BEE18}"/>
              </a:ext>
            </a:extLst>
          </p:cNvPr>
          <p:cNvSpPr txBox="1"/>
          <p:nvPr/>
        </p:nvSpPr>
        <p:spPr>
          <a:xfrm>
            <a:off x="5802013" y="2900991"/>
            <a:ext cx="918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гранатомет СПГ-9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3EEA3D3-155B-B8F6-8900-F8809D1B361F}"/>
              </a:ext>
            </a:extLst>
          </p:cNvPr>
          <p:cNvSpPr txBox="1"/>
          <p:nvPr/>
        </p:nvSpPr>
        <p:spPr>
          <a:xfrm>
            <a:off x="7902836" y="2976581"/>
            <a:ext cx="1279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ПТУРС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77A08F2D-5815-70D8-3623-7CE794D13EBD}"/>
              </a:ext>
            </a:extLst>
          </p:cNvPr>
          <p:cNvGrpSpPr/>
          <p:nvPr/>
        </p:nvGrpSpPr>
        <p:grpSpPr>
          <a:xfrm>
            <a:off x="7993971" y="2705602"/>
            <a:ext cx="449889" cy="230832"/>
            <a:chOff x="6096000" y="3198168"/>
            <a:chExt cx="449889" cy="230832"/>
          </a:xfrm>
        </p:grpSpPr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id="{39BD7942-828B-433D-28C6-C74BA29BB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A8EFBFC-654F-6FA4-38EA-805B2508044A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х6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BF76A529-2747-EA2A-C0A4-F7DD563CF201}"/>
              </a:ext>
            </a:extLst>
          </p:cNvPr>
          <p:cNvCxnSpPr>
            <a:cxnSpLocks/>
          </p:cNvCxnSpPr>
          <p:nvPr/>
        </p:nvCxnSpPr>
        <p:spPr>
          <a:xfrm>
            <a:off x="7246777" y="1063112"/>
            <a:ext cx="0" cy="718374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73F48E92-36B5-AC57-E96D-F64F3A49112B}"/>
              </a:ext>
            </a:extLst>
          </p:cNvPr>
          <p:cNvCxnSpPr>
            <a:cxnSpLocks/>
            <a:endCxn id="22" idx="0"/>
          </p:cNvCxnSpPr>
          <p:nvPr/>
        </p:nvCxnSpPr>
        <p:spPr>
          <a:xfrm rot="10800000" flipV="1">
            <a:off x="6666366" y="1781486"/>
            <a:ext cx="599925" cy="202395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A31500A9-C6AD-CA16-9924-FFBC3CCCB5D9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7257630" y="1781486"/>
            <a:ext cx="609343" cy="202396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42E1F5F9-EB0D-8591-AB2D-C079BA50F682}"/>
              </a:ext>
            </a:extLst>
          </p:cNvPr>
          <p:cNvCxnSpPr>
            <a:cxnSpLocks/>
          </p:cNvCxnSpPr>
          <p:nvPr/>
        </p:nvCxnSpPr>
        <p:spPr>
          <a:xfrm>
            <a:off x="6892801" y="2696530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03D7A810-67E4-3FBA-7C64-B1712DD02B35}"/>
              </a:ext>
            </a:extLst>
          </p:cNvPr>
          <p:cNvCxnSpPr>
            <a:cxnSpLocks/>
          </p:cNvCxnSpPr>
          <p:nvPr/>
        </p:nvCxnSpPr>
        <p:spPr>
          <a:xfrm>
            <a:off x="7639719" y="2691768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325FE41F-557F-A290-763B-1AADCF5CAB43}"/>
              </a:ext>
            </a:extLst>
          </p:cNvPr>
          <p:cNvCxnSpPr>
            <a:cxnSpLocks/>
          </p:cNvCxnSpPr>
          <p:nvPr/>
        </p:nvCxnSpPr>
        <p:spPr>
          <a:xfrm>
            <a:off x="7639719" y="2835776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28BF0E3C-AB08-C328-C8FB-B0471EAD0C62}"/>
              </a:ext>
            </a:extLst>
          </p:cNvPr>
          <p:cNvCxnSpPr>
            <a:cxnSpLocks/>
          </p:cNvCxnSpPr>
          <p:nvPr/>
        </p:nvCxnSpPr>
        <p:spPr>
          <a:xfrm>
            <a:off x="7639719" y="3099691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09621ED7-A81B-D09B-81B5-15D88DC9C6C4}"/>
              </a:ext>
            </a:extLst>
          </p:cNvPr>
          <p:cNvCxnSpPr>
            <a:cxnSpLocks/>
          </p:cNvCxnSpPr>
          <p:nvPr/>
        </p:nvCxnSpPr>
        <p:spPr>
          <a:xfrm flipH="1">
            <a:off x="6672715" y="3099691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E16585AD-0885-BB44-31F0-F51E088D01E7}"/>
              </a:ext>
            </a:extLst>
          </p:cNvPr>
          <p:cNvCxnSpPr>
            <a:cxnSpLocks/>
          </p:cNvCxnSpPr>
          <p:nvPr/>
        </p:nvCxnSpPr>
        <p:spPr>
          <a:xfrm flipH="1">
            <a:off x="6672715" y="2825525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2351386-3968-B352-24A2-04E859A14609}"/>
              </a:ext>
            </a:extLst>
          </p:cNvPr>
          <p:cNvSpPr txBox="1"/>
          <p:nvPr/>
        </p:nvSpPr>
        <p:spPr>
          <a:xfrm>
            <a:off x="8772163" y="1298516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13AE75-B2C7-B29D-8F90-1F3DBE4E37D3}"/>
              </a:ext>
            </a:extLst>
          </p:cNvPr>
          <p:cNvSpPr txBox="1"/>
          <p:nvPr/>
        </p:nvSpPr>
        <p:spPr>
          <a:xfrm>
            <a:off x="8772163" y="175481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77E4F3-122E-D7CF-3B09-1520A26D5AAE}"/>
              </a:ext>
            </a:extLst>
          </p:cNvPr>
          <p:cNvSpPr txBox="1"/>
          <p:nvPr/>
        </p:nvSpPr>
        <p:spPr>
          <a:xfrm>
            <a:off x="8772163" y="223723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EE03BE17-49C5-FF72-CD65-81EF5CE967E5}"/>
              </a:ext>
            </a:extLst>
          </p:cNvPr>
          <p:cNvCxnSpPr>
            <a:cxnSpLocks/>
          </p:cNvCxnSpPr>
          <p:nvPr/>
        </p:nvCxnSpPr>
        <p:spPr>
          <a:xfrm>
            <a:off x="8705306" y="1326630"/>
            <a:ext cx="0" cy="1133201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6B969002-BC33-F4A2-1BDF-E8E83589FBE4}"/>
              </a:ext>
            </a:extLst>
          </p:cNvPr>
          <p:cNvCxnSpPr>
            <a:cxnSpLocks/>
          </p:cNvCxnSpPr>
          <p:nvPr/>
        </p:nvCxnSpPr>
        <p:spPr>
          <a:xfrm>
            <a:off x="8705306" y="1502469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BAA6DB0F-55EC-737C-B61A-609BE8D87DE3}"/>
              </a:ext>
            </a:extLst>
          </p:cNvPr>
          <p:cNvCxnSpPr>
            <a:cxnSpLocks/>
          </p:cNvCxnSpPr>
          <p:nvPr/>
        </p:nvCxnSpPr>
        <p:spPr>
          <a:xfrm>
            <a:off x="8710627" y="1972201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D78B21DB-ECE7-643B-F5AC-B60A2F646002}"/>
              </a:ext>
            </a:extLst>
          </p:cNvPr>
          <p:cNvCxnSpPr>
            <a:cxnSpLocks/>
          </p:cNvCxnSpPr>
          <p:nvPr/>
        </p:nvCxnSpPr>
        <p:spPr>
          <a:xfrm>
            <a:off x="8710627" y="245083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F226CB3-DD8C-99BC-EE96-EECE6C2DB3AF}"/>
              </a:ext>
            </a:extLst>
          </p:cNvPr>
          <p:cNvSpPr txBox="1"/>
          <p:nvPr/>
        </p:nvSpPr>
        <p:spPr>
          <a:xfrm>
            <a:off x="9435314" y="1102497"/>
            <a:ext cx="1059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E4AEDD-C6EF-DC76-2BE8-08E6855D52CF}"/>
              </a:ext>
            </a:extLst>
          </p:cNvPr>
          <p:cNvSpPr txBox="1"/>
          <p:nvPr/>
        </p:nvSpPr>
        <p:spPr>
          <a:xfrm>
            <a:off x="9388351" y="1539192"/>
            <a:ext cx="11053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285761-B860-B1FC-0348-F0C1A0352A89}"/>
              </a:ext>
            </a:extLst>
          </p:cNvPr>
          <p:cNvSpPr txBox="1"/>
          <p:nvPr/>
        </p:nvSpPr>
        <p:spPr>
          <a:xfrm>
            <a:off x="9214523" y="2220057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FA64B7BD-200B-C215-56FB-071EEFEF6603}"/>
              </a:ext>
            </a:extLst>
          </p:cNvPr>
          <p:cNvGrpSpPr/>
          <p:nvPr/>
        </p:nvGrpSpPr>
        <p:grpSpPr>
          <a:xfrm>
            <a:off x="10101237" y="2594693"/>
            <a:ext cx="449889" cy="230832"/>
            <a:chOff x="6096000" y="3198168"/>
            <a:chExt cx="449889" cy="230832"/>
          </a:xfrm>
        </p:grpSpPr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5A657E9F-07FD-E812-778B-A9C34253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588763F-9644-596B-AD5D-8F6ADFF302E6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3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C87A7C87-443A-D363-D7E2-01B4583E8B1D}"/>
              </a:ext>
            </a:extLst>
          </p:cNvPr>
          <p:cNvSpPr txBox="1"/>
          <p:nvPr/>
        </p:nvSpPr>
        <p:spPr>
          <a:xfrm>
            <a:off x="9214502" y="2879189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B97FB471-4B45-4A55-87FB-AC74FB9B513B}"/>
              </a:ext>
            </a:extLst>
          </p:cNvPr>
          <p:cNvGrpSpPr/>
          <p:nvPr/>
        </p:nvGrpSpPr>
        <p:grpSpPr>
          <a:xfrm>
            <a:off x="10096668" y="3238771"/>
            <a:ext cx="449889" cy="230832"/>
            <a:chOff x="6096000" y="3198168"/>
            <a:chExt cx="449889" cy="230832"/>
          </a:xfrm>
        </p:grpSpPr>
        <p:pic>
          <p:nvPicPr>
            <p:cNvPr id="99" name="Рисунок 98">
              <a:extLst>
                <a:ext uri="{FF2B5EF4-FFF2-40B4-BE49-F238E27FC236}">
                  <a16:creationId xmlns:a16="http://schemas.microsoft.com/office/drawing/2014/main" id="{EF02A6DD-AA98-193E-03AE-ECC400A6E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DD23DAF-9B9C-431A-5E21-9E5BB49DE922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4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05" name="Прямая соединительная линия 104">
            <a:extLst>
              <a:ext uri="{FF2B5EF4-FFF2-40B4-BE49-F238E27FC236}">
                <a16:creationId xmlns:a16="http://schemas.microsoft.com/office/drawing/2014/main" id="{F57B5998-EA4A-790E-31FF-495B99DEBF4D}"/>
              </a:ext>
            </a:extLst>
          </p:cNvPr>
          <p:cNvCxnSpPr>
            <a:cxnSpLocks/>
          </p:cNvCxnSpPr>
          <p:nvPr/>
        </p:nvCxnSpPr>
        <p:spPr>
          <a:xfrm>
            <a:off x="10599571" y="1084428"/>
            <a:ext cx="0" cy="201526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4010D212-3E32-5673-19CA-7709E6E1EC79}"/>
              </a:ext>
            </a:extLst>
          </p:cNvPr>
          <p:cNvCxnSpPr>
            <a:cxnSpLocks/>
          </p:cNvCxnSpPr>
          <p:nvPr/>
        </p:nvCxnSpPr>
        <p:spPr>
          <a:xfrm flipH="1">
            <a:off x="10428740" y="1298516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497E830B-21C2-0AC0-CC0C-5C4AF5E5C373}"/>
              </a:ext>
            </a:extLst>
          </p:cNvPr>
          <p:cNvCxnSpPr>
            <a:cxnSpLocks/>
          </p:cNvCxnSpPr>
          <p:nvPr/>
        </p:nvCxnSpPr>
        <p:spPr>
          <a:xfrm flipH="1">
            <a:off x="10428740" y="1843743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F1771135-983E-6E51-11AF-4F8E0B4F7BBB}"/>
              </a:ext>
            </a:extLst>
          </p:cNvPr>
          <p:cNvCxnSpPr>
            <a:cxnSpLocks/>
          </p:cNvCxnSpPr>
          <p:nvPr/>
        </p:nvCxnSpPr>
        <p:spPr>
          <a:xfrm flipH="1">
            <a:off x="10428740" y="2437290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A01023B9-C8BE-B3AA-2812-852BEB2FC3BE}"/>
              </a:ext>
            </a:extLst>
          </p:cNvPr>
          <p:cNvCxnSpPr>
            <a:cxnSpLocks/>
          </p:cNvCxnSpPr>
          <p:nvPr/>
        </p:nvCxnSpPr>
        <p:spPr>
          <a:xfrm flipH="1">
            <a:off x="10428740" y="3099691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327C338-0F6E-82E6-AC88-62EF7D8B479A}"/>
              </a:ext>
            </a:extLst>
          </p:cNvPr>
          <p:cNvSpPr txBox="1"/>
          <p:nvPr/>
        </p:nvSpPr>
        <p:spPr>
          <a:xfrm>
            <a:off x="11125392" y="136166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пункта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AAF610C-61F6-5056-F932-EDAA04316BC3}"/>
              </a:ext>
            </a:extLst>
          </p:cNvPr>
          <p:cNvSpPr txBox="1"/>
          <p:nvPr/>
        </p:nvSpPr>
        <p:spPr>
          <a:xfrm>
            <a:off x="11109896" y="181150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шофер-санитар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102A0C3-E4B6-DCC1-A60E-C660F1AB4FEC}"/>
              </a:ext>
            </a:extLst>
          </p:cNvPr>
          <p:cNvSpPr txBox="1"/>
          <p:nvPr/>
        </p:nvSpPr>
        <p:spPr>
          <a:xfrm>
            <a:off x="11109896" y="2382290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анитар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3" name="Прямая соединительная линия 102">
            <a:extLst>
              <a:ext uri="{FF2B5EF4-FFF2-40B4-BE49-F238E27FC236}">
                <a16:creationId xmlns:a16="http://schemas.microsoft.com/office/drawing/2014/main" id="{1B0691D7-D4F1-66B5-CB19-812839BF248C}"/>
              </a:ext>
            </a:extLst>
          </p:cNvPr>
          <p:cNvCxnSpPr>
            <a:cxnSpLocks/>
          </p:cNvCxnSpPr>
          <p:nvPr/>
        </p:nvCxnSpPr>
        <p:spPr>
          <a:xfrm>
            <a:off x="10937966" y="1063112"/>
            <a:ext cx="0" cy="1466966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120">
            <a:extLst>
              <a:ext uri="{FF2B5EF4-FFF2-40B4-BE49-F238E27FC236}">
                <a16:creationId xmlns:a16="http://schemas.microsoft.com/office/drawing/2014/main" id="{A5756684-B251-5AD1-E3A0-E44759072084}"/>
              </a:ext>
            </a:extLst>
          </p:cNvPr>
          <p:cNvCxnSpPr>
            <a:cxnSpLocks/>
          </p:cNvCxnSpPr>
          <p:nvPr/>
        </p:nvCxnSpPr>
        <p:spPr>
          <a:xfrm>
            <a:off x="10938272" y="1579734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D66E483E-0384-4E6B-4769-7FFB90AD3B9F}"/>
              </a:ext>
            </a:extLst>
          </p:cNvPr>
          <p:cNvCxnSpPr>
            <a:cxnSpLocks/>
          </p:cNvCxnSpPr>
          <p:nvPr/>
        </p:nvCxnSpPr>
        <p:spPr>
          <a:xfrm>
            <a:off x="10944225" y="2031080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91A93CE4-B9B3-E364-5C57-E8D5675A1527}"/>
              </a:ext>
            </a:extLst>
          </p:cNvPr>
          <p:cNvCxnSpPr>
            <a:cxnSpLocks/>
          </p:cNvCxnSpPr>
          <p:nvPr/>
        </p:nvCxnSpPr>
        <p:spPr>
          <a:xfrm>
            <a:off x="10939463" y="2521618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6FEA6D92-6A67-D291-6E07-3BE36774621E}"/>
              </a:ext>
            </a:extLst>
          </p:cNvPr>
          <p:cNvSpPr txBox="1"/>
          <p:nvPr/>
        </p:nvSpPr>
        <p:spPr>
          <a:xfrm>
            <a:off x="1524000" y="4647114"/>
            <a:ext cx="110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A5B1B7B-A0F7-A8D5-AA6E-32927472D06F}"/>
              </a:ext>
            </a:extLst>
          </p:cNvPr>
          <p:cNvSpPr txBox="1"/>
          <p:nvPr/>
        </p:nvSpPr>
        <p:spPr>
          <a:xfrm>
            <a:off x="3810001" y="3871145"/>
            <a:ext cx="101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пулеметное отде­лени</a:t>
            </a:r>
            <a:r>
              <a:rPr lang="ru-RU" sz="12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е</a:t>
            </a:r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A38CC93-25C8-E76B-68E1-7F03E45E78EE}"/>
              </a:ext>
            </a:extLst>
          </p:cNvPr>
          <p:cNvSpPr txBox="1"/>
          <p:nvPr/>
        </p:nvSpPr>
        <p:spPr>
          <a:xfrm>
            <a:off x="5324309" y="4488921"/>
            <a:ext cx="137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562387-F8B4-4072-9A5E-8BBF8B311513}"/>
              </a:ext>
            </a:extLst>
          </p:cNvPr>
          <p:cNvSpPr txBox="1"/>
          <p:nvPr/>
        </p:nvSpPr>
        <p:spPr>
          <a:xfrm>
            <a:off x="1184568" y="5005128"/>
            <a:ext cx="1126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5A11ACB-8CC8-ECE6-07A0-3D9CB371B4AA}"/>
              </a:ext>
            </a:extLst>
          </p:cNvPr>
          <p:cNvSpPr txBox="1"/>
          <p:nvPr/>
        </p:nvSpPr>
        <p:spPr>
          <a:xfrm>
            <a:off x="1166586" y="5308834"/>
            <a:ext cx="11265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заме­ститель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504593D-378F-2B0F-A9ED-35694851A30F}"/>
              </a:ext>
            </a:extLst>
          </p:cNvPr>
          <p:cNvSpPr txBox="1"/>
          <p:nvPr/>
        </p:nvSpPr>
        <p:spPr>
          <a:xfrm>
            <a:off x="1153634" y="5921526"/>
            <a:ext cx="1126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старшина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3" name="Соединитель: уступ 132">
            <a:extLst>
              <a:ext uri="{FF2B5EF4-FFF2-40B4-BE49-F238E27FC236}">
                <a16:creationId xmlns:a16="http://schemas.microsoft.com/office/drawing/2014/main" id="{9D2034F0-EAC4-0454-4C6B-EE0591DB7F3A}"/>
              </a:ext>
            </a:extLst>
          </p:cNvPr>
          <p:cNvCxnSpPr>
            <a:cxnSpLocks/>
            <a:endCxn id="130" idx="0"/>
          </p:cNvCxnSpPr>
          <p:nvPr/>
        </p:nvCxnSpPr>
        <p:spPr>
          <a:xfrm rot="16200000" flipH="1">
            <a:off x="2431300" y="1986144"/>
            <a:ext cx="2885944" cy="8840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Соединитель: уступ 141">
            <a:extLst>
              <a:ext uri="{FF2B5EF4-FFF2-40B4-BE49-F238E27FC236}">
                <a16:creationId xmlns:a16="http://schemas.microsoft.com/office/drawing/2014/main" id="{41170150-49A0-9D59-63E9-39CEE272FD41}"/>
              </a:ext>
            </a:extLst>
          </p:cNvPr>
          <p:cNvCxnSpPr>
            <a:cxnSpLocks/>
            <a:endCxn id="128" idx="0"/>
          </p:cNvCxnSpPr>
          <p:nvPr/>
        </p:nvCxnSpPr>
        <p:spPr>
          <a:xfrm rot="5400000">
            <a:off x="1649753" y="2864620"/>
            <a:ext cx="2209823" cy="1355165"/>
          </a:xfrm>
          <a:prstGeom prst="bentConnector3">
            <a:avLst>
              <a:gd name="adj1" fmla="val 8189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Соединитель: уступ 152">
            <a:extLst>
              <a:ext uri="{FF2B5EF4-FFF2-40B4-BE49-F238E27FC236}">
                <a16:creationId xmlns:a16="http://schemas.microsoft.com/office/drawing/2014/main" id="{97F3E089-1342-C023-78EF-914F010FC2A8}"/>
              </a:ext>
            </a:extLst>
          </p:cNvPr>
          <p:cNvCxnSpPr>
            <a:cxnSpLocks/>
            <a:endCxn id="132" idx="0"/>
          </p:cNvCxnSpPr>
          <p:nvPr/>
        </p:nvCxnSpPr>
        <p:spPr>
          <a:xfrm rot="16200000" flipH="1">
            <a:off x="4129000" y="2608160"/>
            <a:ext cx="2071226" cy="169029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Соединитель: уступ 100">
            <a:extLst>
              <a:ext uri="{FF2B5EF4-FFF2-40B4-BE49-F238E27FC236}">
                <a16:creationId xmlns:a16="http://schemas.microsoft.com/office/drawing/2014/main" id="{AFB1EA43-149B-3D96-3F40-DA7B163E87A6}"/>
              </a:ext>
            </a:extLst>
          </p:cNvPr>
          <p:cNvCxnSpPr>
            <a:cxnSpLocks/>
            <a:stCxn id="128" idx="1"/>
          </p:cNvCxnSpPr>
          <p:nvPr/>
        </p:nvCxnSpPr>
        <p:spPr>
          <a:xfrm rot="10800000" flipV="1">
            <a:off x="1012826" y="4785613"/>
            <a:ext cx="511175" cy="1259023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 стрелкой 117">
            <a:extLst>
              <a:ext uri="{FF2B5EF4-FFF2-40B4-BE49-F238E27FC236}">
                <a16:creationId xmlns:a16="http://schemas.microsoft.com/office/drawing/2014/main" id="{26A15C9D-40A7-D70C-3AE5-333783934065}"/>
              </a:ext>
            </a:extLst>
          </p:cNvPr>
          <p:cNvCxnSpPr>
            <a:cxnSpLocks/>
          </p:cNvCxnSpPr>
          <p:nvPr/>
        </p:nvCxnSpPr>
        <p:spPr>
          <a:xfrm>
            <a:off x="1003300" y="5150779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 стрелкой 119">
            <a:extLst>
              <a:ext uri="{FF2B5EF4-FFF2-40B4-BE49-F238E27FC236}">
                <a16:creationId xmlns:a16="http://schemas.microsoft.com/office/drawing/2014/main" id="{2F0476A6-9115-F219-F5EF-54EAE932A073}"/>
              </a:ext>
            </a:extLst>
          </p:cNvPr>
          <p:cNvCxnSpPr>
            <a:cxnSpLocks/>
          </p:cNvCxnSpPr>
          <p:nvPr/>
        </p:nvCxnSpPr>
        <p:spPr>
          <a:xfrm>
            <a:off x="1006475" y="5547654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>
            <a:extLst>
              <a:ext uri="{FF2B5EF4-FFF2-40B4-BE49-F238E27FC236}">
                <a16:creationId xmlns:a16="http://schemas.microsoft.com/office/drawing/2014/main" id="{F2C19EB9-A0CD-480F-C8C7-6FD17A2C456B}"/>
              </a:ext>
            </a:extLst>
          </p:cNvPr>
          <p:cNvCxnSpPr>
            <a:cxnSpLocks/>
          </p:cNvCxnSpPr>
          <p:nvPr/>
        </p:nvCxnSpPr>
        <p:spPr>
          <a:xfrm>
            <a:off x="1003300" y="6046129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64BC5BA-80F5-5F37-14E5-A5167A669050}"/>
              </a:ext>
            </a:extLst>
          </p:cNvPr>
          <p:cNvSpPr txBox="1"/>
          <p:nvPr/>
        </p:nvSpPr>
        <p:spPr>
          <a:xfrm>
            <a:off x="3962400" y="4391183"/>
            <a:ext cx="109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командира отделения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B3F7C6B-DABC-445C-50A9-F5BC2F7C77D3}"/>
              </a:ext>
            </a:extLst>
          </p:cNvPr>
          <p:cNvSpPr txBox="1"/>
          <p:nvPr/>
        </p:nvSpPr>
        <p:spPr>
          <a:xfrm>
            <a:off x="3962400" y="4833173"/>
            <a:ext cx="10910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водителя бронетранспортера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2901EA1-0079-DFEA-9D25-15C01ED1AAB3}"/>
              </a:ext>
            </a:extLst>
          </p:cNvPr>
          <p:cNvSpPr txBox="1"/>
          <p:nvPr/>
        </p:nvSpPr>
        <p:spPr>
          <a:xfrm>
            <a:off x="3962400" y="5452535"/>
            <a:ext cx="109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пуле­метный расчет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9" name="Прямая соединительная линия 118">
            <a:extLst>
              <a:ext uri="{FF2B5EF4-FFF2-40B4-BE49-F238E27FC236}">
                <a16:creationId xmlns:a16="http://schemas.microsoft.com/office/drawing/2014/main" id="{D7F5A975-7A48-766C-1BF8-269545B2668B}"/>
              </a:ext>
            </a:extLst>
          </p:cNvPr>
          <p:cNvCxnSpPr>
            <a:cxnSpLocks/>
          </p:cNvCxnSpPr>
          <p:nvPr/>
        </p:nvCxnSpPr>
        <p:spPr>
          <a:xfrm>
            <a:off x="3913945" y="4294338"/>
            <a:ext cx="0" cy="13920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 стрелкой 126">
            <a:extLst>
              <a:ext uri="{FF2B5EF4-FFF2-40B4-BE49-F238E27FC236}">
                <a16:creationId xmlns:a16="http://schemas.microsoft.com/office/drawing/2014/main" id="{113E5C9E-6EBF-03B3-30EF-70B3C418749C}"/>
              </a:ext>
            </a:extLst>
          </p:cNvPr>
          <p:cNvCxnSpPr>
            <a:cxnSpLocks/>
          </p:cNvCxnSpPr>
          <p:nvPr/>
        </p:nvCxnSpPr>
        <p:spPr>
          <a:xfrm>
            <a:off x="3921125" y="5093629"/>
            <a:ext cx="13108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>
            <a:extLst>
              <a:ext uri="{FF2B5EF4-FFF2-40B4-BE49-F238E27FC236}">
                <a16:creationId xmlns:a16="http://schemas.microsoft.com/office/drawing/2014/main" id="{C2D3B9D6-3CE2-7BA0-1CAD-A3D7FD25C0A7}"/>
              </a:ext>
            </a:extLst>
          </p:cNvPr>
          <p:cNvCxnSpPr>
            <a:cxnSpLocks/>
          </p:cNvCxnSpPr>
          <p:nvPr/>
        </p:nvCxnSpPr>
        <p:spPr>
          <a:xfrm>
            <a:off x="3921125" y="4595154"/>
            <a:ext cx="13108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133">
            <a:extLst>
              <a:ext uri="{FF2B5EF4-FFF2-40B4-BE49-F238E27FC236}">
                <a16:creationId xmlns:a16="http://schemas.microsoft.com/office/drawing/2014/main" id="{097C9055-FE84-867A-F0AD-1A685B0BFF1B}"/>
              </a:ext>
            </a:extLst>
          </p:cNvPr>
          <p:cNvCxnSpPr>
            <a:cxnSpLocks/>
          </p:cNvCxnSpPr>
          <p:nvPr/>
        </p:nvCxnSpPr>
        <p:spPr>
          <a:xfrm>
            <a:off x="3919931" y="5677829"/>
            <a:ext cx="13108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4BE2C041-B03D-B72D-E94C-9D6F808499FA}"/>
              </a:ext>
            </a:extLst>
          </p:cNvPr>
          <p:cNvSpPr txBox="1"/>
          <p:nvPr/>
        </p:nvSpPr>
        <p:spPr>
          <a:xfrm>
            <a:off x="3296421" y="6181721"/>
            <a:ext cx="84504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пулеметчик 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2C90843-9549-21B5-C91C-D380CC4A5AD9}"/>
              </a:ext>
            </a:extLst>
          </p:cNvPr>
          <p:cNvSpPr txBox="1"/>
          <p:nvPr/>
        </p:nvSpPr>
        <p:spPr>
          <a:xfrm>
            <a:off x="4550142" y="6181956"/>
            <a:ext cx="867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помощник пулеметчика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6" name="Соединитель: уступ 125">
            <a:extLst>
              <a:ext uri="{FF2B5EF4-FFF2-40B4-BE49-F238E27FC236}">
                <a16:creationId xmlns:a16="http://schemas.microsoft.com/office/drawing/2014/main" id="{4BF34083-3870-3EA7-A665-2A5E410042CA}"/>
              </a:ext>
            </a:extLst>
          </p:cNvPr>
          <p:cNvCxnSpPr>
            <a:cxnSpLocks/>
            <a:stCxn id="117" idx="2"/>
            <a:endCxn id="114" idx="0"/>
          </p:cNvCxnSpPr>
          <p:nvPr/>
        </p:nvCxnSpPr>
        <p:spPr>
          <a:xfrm rot="5400000">
            <a:off x="3948902" y="5622690"/>
            <a:ext cx="329076" cy="78898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Соединитель: уступ 134">
            <a:extLst>
              <a:ext uri="{FF2B5EF4-FFF2-40B4-BE49-F238E27FC236}">
                <a16:creationId xmlns:a16="http://schemas.microsoft.com/office/drawing/2014/main" id="{3C9D546B-1EDE-39CD-9EDD-D6D9B3CE1F19}"/>
              </a:ext>
            </a:extLst>
          </p:cNvPr>
          <p:cNvCxnSpPr>
            <a:cxnSpLocks/>
            <a:stCxn id="117" idx="2"/>
            <a:endCxn id="123" idx="0"/>
          </p:cNvCxnSpPr>
          <p:nvPr/>
        </p:nvCxnSpPr>
        <p:spPr>
          <a:xfrm rot="16200000" flipH="1">
            <a:off x="4581183" y="5779395"/>
            <a:ext cx="329311" cy="47581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CF36F649-3001-07DE-B9F2-1D0A0F46A41D}"/>
              </a:ext>
            </a:extLst>
          </p:cNvPr>
          <p:cNvSpPr txBox="1"/>
          <p:nvPr/>
        </p:nvSpPr>
        <p:spPr>
          <a:xfrm>
            <a:off x="6666365" y="4934349"/>
            <a:ext cx="1084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C1E4066-594B-9E12-0447-A6D953BB41D2}"/>
              </a:ext>
            </a:extLst>
          </p:cNvPr>
          <p:cNvSpPr txBox="1"/>
          <p:nvPr/>
        </p:nvSpPr>
        <p:spPr>
          <a:xfrm>
            <a:off x="6666366" y="5367348"/>
            <a:ext cx="114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коман­дира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010B97F-67DB-8932-0829-8DCA05F54F64}"/>
              </a:ext>
            </a:extLst>
          </p:cNvPr>
          <p:cNvSpPr txBox="1"/>
          <p:nvPr/>
        </p:nvSpPr>
        <p:spPr>
          <a:xfrm>
            <a:off x="6660647" y="5800531"/>
            <a:ext cx="11722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мотострелковое отделение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9" name="Прямая соединительная линия 138">
            <a:extLst>
              <a:ext uri="{FF2B5EF4-FFF2-40B4-BE49-F238E27FC236}">
                <a16:creationId xmlns:a16="http://schemas.microsoft.com/office/drawing/2014/main" id="{FF920C26-7929-C16B-6747-3FAA485AD2DE}"/>
              </a:ext>
            </a:extLst>
          </p:cNvPr>
          <p:cNvCxnSpPr>
            <a:cxnSpLocks/>
          </p:cNvCxnSpPr>
          <p:nvPr/>
        </p:nvCxnSpPr>
        <p:spPr>
          <a:xfrm>
            <a:off x="6419466" y="4808689"/>
            <a:ext cx="0" cy="1201586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Прямая со стрелкой 142">
            <a:extLst>
              <a:ext uri="{FF2B5EF4-FFF2-40B4-BE49-F238E27FC236}">
                <a16:creationId xmlns:a16="http://schemas.microsoft.com/office/drawing/2014/main" id="{8DCF2192-CFE9-2FBE-3691-85F77B0242B1}"/>
              </a:ext>
            </a:extLst>
          </p:cNvPr>
          <p:cNvCxnSpPr>
            <a:cxnSpLocks/>
          </p:cNvCxnSpPr>
          <p:nvPr/>
        </p:nvCxnSpPr>
        <p:spPr>
          <a:xfrm>
            <a:off x="6428184" y="5149589"/>
            <a:ext cx="2925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Прямая со стрелкой 144">
            <a:extLst>
              <a:ext uri="{FF2B5EF4-FFF2-40B4-BE49-F238E27FC236}">
                <a16:creationId xmlns:a16="http://schemas.microsoft.com/office/drawing/2014/main" id="{A6DFAB32-6870-DE3C-95C9-6AC4C6661E8A}"/>
              </a:ext>
            </a:extLst>
          </p:cNvPr>
          <p:cNvCxnSpPr>
            <a:cxnSpLocks/>
          </p:cNvCxnSpPr>
          <p:nvPr/>
        </p:nvCxnSpPr>
        <p:spPr>
          <a:xfrm>
            <a:off x="6419466" y="5578214"/>
            <a:ext cx="30127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Прямая со стрелкой 146">
            <a:extLst>
              <a:ext uri="{FF2B5EF4-FFF2-40B4-BE49-F238E27FC236}">
                <a16:creationId xmlns:a16="http://schemas.microsoft.com/office/drawing/2014/main" id="{F7D2DDAE-E3D1-B626-8ABD-B0AA1471103A}"/>
              </a:ext>
            </a:extLst>
          </p:cNvPr>
          <p:cNvCxnSpPr>
            <a:cxnSpLocks/>
          </p:cNvCxnSpPr>
          <p:nvPr/>
        </p:nvCxnSpPr>
        <p:spPr>
          <a:xfrm>
            <a:off x="6419466" y="6005648"/>
            <a:ext cx="30127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04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BC434-59F0-1508-57E8-583A1E4D0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5750514-BDE3-1C54-3A6E-D32089D92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62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1DB8A2-7599-964A-CDBE-763B041051A6}"/>
              </a:ext>
            </a:extLst>
          </p:cNvPr>
          <p:cNvSpPr txBox="1"/>
          <p:nvPr/>
        </p:nvSpPr>
        <p:spPr>
          <a:xfrm>
            <a:off x="74649" y="566066"/>
            <a:ext cx="1281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1F1A2F-FD86-EF91-F6EA-CB94C900DB90}"/>
              </a:ext>
            </a:extLst>
          </p:cNvPr>
          <p:cNvSpPr txBox="1"/>
          <p:nvPr/>
        </p:nvSpPr>
        <p:spPr>
          <a:xfrm>
            <a:off x="1331169" y="566065"/>
            <a:ext cx="895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штаб</a:t>
            </a:r>
            <a:endParaRPr lang="ru-RU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C2C9E-7BC2-1748-D7D3-40A4CE4049C9}"/>
              </a:ext>
            </a:extLst>
          </p:cNvPr>
          <p:cNvSpPr txBox="1"/>
          <p:nvPr/>
        </p:nvSpPr>
        <p:spPr>
          <a:xfrm>
            <a:off x="2121157" y="566066"/>
            <a:ext cx="1847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мото­стрелков</a:t>
            </a:r>
            <a:r>
              <a:rPr lang="ru-RU" sz="14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ая</a:t>
            </a:r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рота х3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2EE08B-6455-8A3E-79DD-DF94CA41F265}"/>
              </a:ext>
            </a:extLst>
          </p:cNvPr>
          <p:cNvSpPr txBox="1"/>
          <p:nvPr/>
        </p:nvSpPr>
        <p:spPr>
          <a:xfrm>
            <a:off x="3962400" y="572293"/>
            <a:ext cx="1306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BE7D3-195B-A89C-F5C2-BFF5598B7B52}"/>
              </a:ext>
            </a:extLst>
          </p:cNvPr>
          <p:cNvSpPr txBox="1"/>
          <p:nvPr/>
        </p:nvSpPr>
        <p:spPr>
          <a:xfrm>
            <a:off x="5169165" y="566065"/>
            <a:ext cx="1250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E48277-FE4F-AA7F-1B1A-FA52FAB6C610}"/>
              </a:ext>
            </a:extLst>
          </p:cNvPr>
          <p:cNvSpPr txBox="1"/>
          <p:nvPr/>
        </p:nvSpPr>
        <p:spPr>
          <a:xfrm>
            <a:off x="6332377" y="566065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противотанко­вый взвод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21C3C2-739E-D036-1F34-50E57CED9650}"/>
              </a:ext>
            </a:extLst>
          </p:cNvPr>
          <p:cNvSpPr txBox="1"/>
          <p:nvPr/>
        </p:nvSpPr>
        <p:spPr>
          <a:xfrm>
            <a:off x="9591867" y="572293"/>
            <a:ext cx="1150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взвод снабжения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4EAC5D-FE23-C618-3DC6-A36DDFFFAA11}"/>
              </a:ext>
            </a:extLst>
          </p:cNvPr>
          <p:cNvSpPr txBox="1"/>
          <p:nvPr/>
        </p:nvSpPr>
        <p:spPr>
          <a:xfrm>
            <a:off x="10599571" y="572293"/>
            <a:ext cx="164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батальонный медицинский пункт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C1A1E3-5A47-111D-1650-0BBAF7EB7178}"/>
              </a:ext>
            </a:extLst>
          </p:cNvPr>
          <p:cNvSpPr txBox="1"/>
          <p:nvPr/>
        </p:nvSpPr>
        <p:spPr>
          <a:xfrm>
            <a:off x="8011886" y="559852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A8BC72F2-8C50-8718-207A-4D0AC6956399}"/>
              </a:ext>
            </a:extLst>
          </p:cNvPr>
          <p:cNvCxnSpPr>
            <a:cxnSpLocks/>
          </p:cNvCxnSpPr>
          <p:nvPr/>
        </p:nvCxnSpPr>
        <p:spPr>
          <a:xfrm>
            <a:off x="715350" y="410530"/>
            <a:ext cx="10705316" cy="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2178675A-DC68-92FC-B5AE-239F3BBC18C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5350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F4556349-21CA-801E-EBC7-239FD6992722}"/>
              </a:ext>
            </a:extLst>
          </p:cNvPr>
          <p:cNvCxnSpPr>
            <a:cxnSpLocks/>
          </p:cNvCxnSpPr>
          <p:nvPr/>
        </p:nvCxnSpPr>
        <p:spPr>
          <a:xfrm>
            <a:off x="177903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0E5EE1AE-6F6F-CA20-3931-E88C26F91B05}"/>
              </a:ext>
            </a:extLst>
          </p:cNvPr>
          <p:cNvCxnSpPr>
            <a:cxnSpLocks/>
          </p:cNvCxnSpPr>
          <p:nvPr/>
        </p:nvCxnSpPr>
        <p:spPr>
          <a:xfrm>
            <a:off x="3022050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910D8375-758D-06AB-9605-E44452BB5F38}"/>
              </a:ext>
            </a:extLst>
          </p:cNvPr>
          <p:cNvCxnSpPr>
            <a:cxnSpLocks/>
          </p:cNvCxnSpPr>
          <p:nvPr/>
        </p:nvCxnSpPr>
        <p:spPr>
          <a:xfrm>
            <a:off x="465082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70A54A3B-24BA-2372-F010-96F9C67F9EB3}"/>
              </a:ext>
            </a:extLst>
          </p:cNvPr>
          <p:cNvCxnSpPr>
            <a:cxnSpLocks/>
          </p:cNvCxnSpPr>
          <p:nvPr/>
        </p:nvCxnSpPr>
        <p:spPr>
          <a:xfrm>
            <a:off x="5794315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8213ADC0-36D1-3CDE-3272-4208384665E6}"/>
              </a:ext>
            </a:extLst>
          </p:cNvPr>
          <p:cNvCxnSpPr>
            <a:cxnSpLocks/>
          </p:cNvCxnSpPr>
          <p:nvPr/>
        </p:nvCxnSpPr>
        <p:spPr>
          <a:xfrm>
            <a:off x="7246777" y="410530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876AE3F3-5DA0-BC90-BC26-7630E7AB11DF}"/>
              </a:ext>
            </a:extLst>
          </p:cNvPr>
          <p:cNvCxnSpPr>
            <a:cxnSpLocks/>
          </p:cNvCxnSpPr>
          <p:nvPr/>
        </p:nvCxnSpPr>
        <p:spPr>
          <a:xfrm>
            <a:off x="8926286" y="416757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428960C4-572C-A526-EBC0-1DA593733266}"/>
              </a:ext>
            </a:extLst>
          </p:cNvPr>
          <p:cNvCxnSpPr>
            <a:cxnSpLocks/>
          </p:cNvCxnSpPr>
          <p:nvPr/>
        </p:nvCxnSpPr>
        <p:spPr>
          <a:xfrm>
            <a:off x="10163853" y="412136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5DFB3916-2B84-1278-F682-85A0D3396963}"/>
              </a:ext>
            </a:extLst>
          </p:cNvPr>
          <p:cNvCxnSpPr>
            <a:cxnSpLocks/>
          </p:cNvCxnSpPr>
          <p:nvPr/>
        </p:nvCxnSpPr>
        <p:spPr>
          <a:xfrm>
            <a:off x="11420666" y="416899"/>
            <a:ext cx="0" cy="155536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9BD6B85A-0652-F521-0829-F8D37FB00924}"/>
              </a:ext>
            </a:extLst>
          </p:cNvPr>
          <p:cNvCxnSpPr>
            <a:cxnSpLocks/>
          </p:cNvCxnSpPr>
          <p:nvPr/>
        </p:nvCxnSpPr>
        <p:spPr>
          <a:xfrm>
            <a:off x="302442" y="837807"/>
            <a:ext cx="0" cy="194027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ED903AD2-B4DB-2B0D-8174-D01A278BBFEF}"/>
              </a:ext>
            </a:extLst>
          </p:cNvPr>
          <p:cNvCxnSpPr>
            <a:cxnSpLocks/>
          </p:cNvCxnSpPr>
          <p:nvPr/>
        </p:nvCxnSpPr>
        <p:spPr>
          <a:xfrm>
            <a:off x="7135200" y="306712"/>
            <a:ext cx="0" cy="10381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816912A-49B0-C9C7-C14A-2D7290735D1B}"/>
              </a:ext>
            </a:extLst>
          </p:cNvPr>
          <p:cNvSpPr txBox="1"/>
          <p:nvPr/>
        </p:nvSpPr>
        <p:spPr>
          <a:xfrm>
            <a:off x="387668" y="985200"/>
            <a:ext cx="113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B917D-B3F9-319A-46FD-3E1DBCD43CD5}"/>
              </a:ext>
            </a:extLst>
          </p:cNvPr>
          <p:cNvSpPr txBox="1"/>
          <p:nvPr/>
        </p:nvSpPr>
        <p:spPr>
          <a:xfrm>
            <a:off x="387668" y="1310957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8365E2-6950-E5C0-4996-6A4755987BE8}"/>
              </a:ext>
            </a:extLst>
          </p:cNvPr>
          <p:cNvSpPr txBox="1"/>
          <p:nvPr/>
        </p:nvSpPr>
        <p:spPr>
          <a:xfrm>
            <a:off x="387668" y="1944491"/>
            <a:ext cx="1136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D23F04-AA10-9F26-F02A-E8DFDE7702B9}"/>
              </a:ext>
            </a:extLst>
          </p:cNvPr>
          <p:cNvSpPr txBox="1"/>
          <p:nvPr/>
        </p:nvSpPr>
        <p:spPr>
          <a:xfrm>
            <a:off x="387668" y="2578025"/>
            <a:ext cx="1136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4236CF5-9751-6456-AA42-394343FA8479}"/>
              </a:ext>
            </a:extLst>
          </p:cNvPr>
          <p:cNvCxnSpPr>
            <a:cxnSpLocks/>
          </p:cNvCxnSpPr>
          <p:nvPr/>
        </p:nvCxnSpPr>
        <p:spPr>
          <a:xfrm>
            <a:off x="302442" y="277808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67172DE3-3AA1-6D17-96DE-BBCF443BA6F8}"/>
              </a:ext>
            </a:extLst>
          </p:cNvPr>
          <p:cNvCxnSpPr>
            <a:cxnSpLocks/>
          </p:cNvCxnSpPr>
          <p:nvPr/>
        </p:nvCxnSpPr>
        <p:spPr>
          <a:xfrm>
            <a:off x="302442" y="222149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4B7A661B-2289-D807-6E99-F984FD32992C}"/>
              </a:ext>
            </a:extLst>
          </p:cNvPr>
          <p:cNvCxnSpPr>
            <a:cxnSpLocks/>
          </p:cNvCxnSpPr>
          <p:nvPr/>
        </p:nvCxnSpPr>
        <p:spPr>
          <a:xfrm>
            <a:off x="302442" y="1583592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2B83CA6B-8973-0510-80F7-CA763BFE9C91}"/>
              </a:ext>
            </a:extLst>
          </p:cNvPr>
          <p:cNvCxnSpPr>
            <a:cxnSpLocks/>
          </p:cNvCxnSpPr>
          <p:nvPr/>
        </p:nvCxnSpPr>
        <p:spPr>
          <a:xfrm>
            <a:off x="312401" y="1111720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F8A5DD7-76F2-1A20-1E1F-992CC55F8A16}"/>
              </a:ext>
            </a:extLst>
          </p:cNvPr>
          <p:cNvSpPr txBox="1"/>
          <p:nvPr/>
        </p:nvSpPr>
        <p:spPr>
          <a:xfrm>
            <a:off x="1698290" y="1111720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DC7D21-F352-6D2F-FE3A-2222CD820C9D}"/>
              </a:ext>
            </a:extLst>
          </p:cNvPr>
          <p:cNvSpPr txBox="1"/>
          <p:nvPr/>
        </p:nvSpPr>
        <p:spPr>
          <a:xfrm>
            <a:off x="1827065" y="1643688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760A4F-7401-1B3F-AA14-E51111A07DF1}"/>
              </a:ext>
            </a:extLst>
          </p:cNvPr>
          <p:cNvSpPr txBox="1"/>
          <p:nvPr/>
        </p:nvSpPr>
        <p:spPr>
          <a:xfrm>
            <a:off x="1966661" y="2142071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EFF7BA-32EB-0923-C609-8C0413E18206}"/>
              </a:ext>
            </a:extLst>
          </p:cNvPr>
          <p:cNvSpPr txBox="1"/>
          <p:nvPr/>
        </p:nvSpPr>
        <p:spPr>
          <a:xfrm>
            <a:off x="1695218" y="3347391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8E4288-C20C-EBA7-8855-DFE9F7A1F1CD}"/>
              </a:ext>
            </a:extLst>
          </p:cNvPr>
          <p:cNvSpPr txBox="1"/>
          <p:nvPr/>
        </p:nvSpPr>
        <p:spPr>
          <a:xfrm>
            <a:off x="1827065" y="2667787"/>
            <a:ext cx="906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1CFE527B-BDD6-6A1C-A5DB-FFB9B40410F7}"/>
              </a:ext>
            </a:extLst>
          </p:cNvPr>
          <p:cNvCxnSpPr>
            <a:cxnSpLocks/>
          </p:cNvCxnSpPr>
          <p:nvPr/>
        </p:nvCxnSpPr>
        <p:spPr>
          <a:xfrm>
            <a:off x="5034720" y="306712"/>
            <a:ext cx="0" cy="1101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34D3998B-A097-9731-C89F-28770079EBA8}"/>
              </a:ext>
            </a:extLst>
          </p:cNvPr>
          <p:cNvCxnSpPr>
            <a:cxnSpLocks/>
          </p:cNvCxnSpPr>
          <p:nvPr/>
        </p:nvCxnSpPr>
        <p:spPr>
          <a:xfrm>
            <a:off x="1596195" y="346914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8B1746E3-D870-9D5E-46A8-2B11A50F5D95}"/>
              </a:ext>
            </a:extLst>
          </p:cNvPr>
          <p:cNvCxnSpPr>
            <a:cxnSpLocks/>
          </p:cNvCxnSpPr>
          <p:nvPr/>
        </p:nvCxnSpPr>
        <p:spPr>
          <a:xfrm>
            <a:off x="1596195" y="1310957"/>
            <a:ext cx="150534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92D7C67E-94F5-820F-41B3-19EA8E986164}"/>
              </a:ext>
            </a:extLst>
          </p:cNvPr>
          <p:cNvCxnSpPr>
            <a:cxnSpLocks/>
          </p:cNvCxnSpPr>
          <p:nvPr/>
        </p:nvCxnSpPr>
        <p:spPr>
          <a:xfrm>
            <a:off x="1596195" y="181955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E243462D-FF16-F3ED-B7BA-DD8C2E69F3D8}"/>
              </a:ext>
            </a:extLst>
          </p:cNvPr>
          <p:cNvCxnSpPr>
            <a:cxnSpLocks/>
          </p:cNvCxnSpPr>
          <p:nvPr/>
        </p:nvCxnSpPr>
        <p:spPr>
          <a:xfrm>
            <a:off x="1596195" y="2349142"/>
            <a:ext cx="36976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87030DFE-58E6-E3F7-7FA7-B18867CFCD23}"/>
              </a:ext>
            </a:extLst>
          </p:cNvPr>
          <p:cNvCxnSpPr>
            <a:cxnSpLocks/>
          </p:cNvCxnSpPr>
          <p:nvPr/>
        </p:nvCxnSpPr>
        <p:spPr>
          <a:xfrm>
            <a:off x="1596195" y="2943502"/>
            <a:ext cx="20974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966E6ED-F8F0-1546-8951-DB73897CAC22}"/>
              </a:ext>
            </a:extLst>
          </p:cNvPr>
          <p:cNvCxnSpPr>
            <a:cxnSpLocks/>
          </p:cNvCxnSpPr>
          <p:nvPr/>
        </p:nvCxnSpPr>
        <p:spPr>
          <a:xfrm>
            <a:off x="1596195" y="882527"/>
            <a:ext cx="0" cy="258662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3E5544-5560-E2EC-5EE0-DEF3300252D4}"/>
              </a:ext>
            </a:extLst>
          </p:cNvPr>
          <p:cNvSpPr txBox="1"/>
          <p:nvPr/>
        </p:nvSpPr>
        <p:spPr>
          <a:xfrm>
            <a:off x="1356051" y="3747429"/>
            <a:ext cx="54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CCA265C6-8462-00C0-100E-B608D14ABBAB}"/>
              </a:ext>
            </a:extLst>
          </p:cNvPr>
          <p:cNvCxnSpPr/>
          <p:nvPr/>
        </p:nvCxnSpPr>
        <p:spPr>
          <a:xfrm>
            <a:off x="2501854" y="1309343"/>
            <a:ext cx="506831" cy="472143"/>
          </a:xfrm>
          <a:prstGeom prst="bentConnector3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A15ED6CA-A0E5-D38D-9F79-73E8BA7DD083}"/>
              </a:ext>
            </a:extLst>
          </p:cNvPr>
          <p:cNvCxnSpPr>
            <a:cxnSpLocks/>
          </p:cNvCxnSpPr>
          <p:nvPr/>
        </p:nvCxnSpPr>
        <p:spPr>
          <a:xfrm rot="5400000">
            <a:off x="2097561" y="2438405"/>
            <a:ext cx="1565904" cy="252069"/>
          </a:xfrm>
          <a:prstGeom prst="bentConnector3">
            <a:avLst>
              <a:gd name="adj1" fmla="val 6490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1155DC62-11AC-AE42-FAFB-EF41ED2D364B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5751" y="3354187"/>
            <a:ext cx="918727" cy="580768"/>
          </a:xfrm>
          <a:prstGeom prst="bentConnector3">
            <a:avLst>
              <a:gd name="adj1" fmla="val 4170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2C4D8BD-E7D3-AD55-CA32-7C13C6BE5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36" y="4122406"/>
            <a:ext cx="142549" cy="14254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2F6B704F-3AAA-AC58-1901-E12FF8F2332A}"/>
              </a:ext>
            </a:extLst>
          </p:cNvPr>
          <p:cNvSpPr txBox="1"/>
          <p:nvPr/>
        </p:nvSpPr>
        <p:spPr>
          <a:xfrm>
            <a:off x="1505910" y="4063506"/>
            <a:ext cx="3786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х12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A9677C6-5C17-846D-0441-6E9D5E9866AC}"/>
              </a:ext>
            </a:extLst>
          </p:cNvPr>
          <p:cNvSpPr txBox="1"/>
          <p:nvPr/>
        </p:nvSpPr>
        <p:spPr>
          <a:xfrm>
            <a:off x="5348336" y="1203520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E362DED-FA57-46B4-AA95-B7CB9DABAD03}"/>
              </a:ext>
            </a:extLst>
          </p:cNvPr>
          <p:cNvSpPr txBox="1"/>
          <p:nvPr/>
        </p:nvSpPr>
        <p:spPr>
          <a:xfrm>
            <a:off x="5348336" y="1515558"/>
            <a:ext cx="9187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звод 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x2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A032370-8EC7-349B-AB35-BD3301D9B54F}"/>
              </a:ext>
            </a:extLst>
          </p:cNvPr>
          <p:cNvSpPr txBox="1"/>
          <p:nvPr/>
        </p:nvSpPr>
        <p:spPr>
          <a:xfrm>
            <a:off x="5335636" y="1816191"/>
            <a:ext cx="918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120-мм миномет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007E7D49-9604-CEAD-579F-F55E78A5C873}"/>
              </a:ext>
            </a:extLst>
          </p:cNvPr>
          <p:cNvGrpSpPr/>
          <p:nvPr/>
        </p:nvGrpSpPr>
        <p:grpSpPr>
          <a:xfrm>
            <a:off x="6194521" y="1193927"/>
            <a:ext cx="449889" cy="230832"/>
            <a:chOff x="6096000" y="3198168"/>
            <a:chExt cx="449889" cy="230832"/>
          </a:xfrm>
        </p:grpSpPr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5130BE9A-9F5E-55D1-F4DC-EFCBA04C3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E3FA2D6-3C0B-3A6B-822D-988C39F504FB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х10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1E0F8EAF-A724-F143-76F2-83DCEB43388A}"/>
              </a:ext>
            </a:extLst>
          </p:cNvPr>
          <p:cNvGrpSpPr/>
          <p:nvPr/>
        </p:nvGrpSpPr>
        <p:grpSpPr>
          <a:xfrm>
            <a:off x="6040850" y="1495212"/>
            <a:ext cx="449889" cy="230832"/>
            <a:chOff x="5413335" y="4247357"/>
            <a:chExt cx="449889" cy="230832"/>
          </a:xfrm>
        </p:grpSpPr>
        <p:pic>
          <p:nvPicPr>
            <p:cNvPr id="89" name="Рисунок 88">
              <a:extLst>
                <a:ext uri="{FF2B5EF4-FFF2-40B4-BE49-F238E27FC236}">
                  <a16:creationId xmlns:a16="http://schemas.microsoft.com/office/drawing/2014/main" id="{9F7FB40F-9C8C-6AED-272B-D33F999D5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335" y="4306257"/>
              <a:ext cx="142549" cy="142549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4A2F8D0-AB82-8783-92A7-D9E90B1BBCAE}"/>
                </a:ext>
              </a:extLst>
            </p:cNvPr>
            <p:cNvSpPr txBox="1"/>
            <p:nvPr/>
          </p:nvSpPr>
          <p:spPr>
            <a:xfrm>
              <a:off x="5484609" y="4247357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х20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81518F4D-587C-3DF4-FEA3-E8E544DD830A}"/>
              </a:ext>
            </a:extLst>
          </p:cNvPr>
          <p:cNvCxnSpPr>
            <a:cxnSpLocks/>
          </p:cNvCxnSpPr>
          <p:nvPr/>
        </p:nvCxnSpPr>
        <p:spPr>
          <a:xfrm>
            <a:off x="5268686" y="761827"/>
            <a:ext cx="0" cy="126709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DC96FA94-8080-1F7A-4664-66DCEF343AC2}"/>
              </a:ext>
            </a:extLst>
          </p:cNvPr>
          <p:cNvCxnSpPr>
            <a:cxnSpLocks/>
          </p:cNvCxnSpPr>
          <p:nvPr/>
        </p:nvCxnSpPr>
        <p:spPr>
          <a:xfrm>
            <a:off x="5268686" y="135497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2C5ECE5F-CC8B-C65F-E8E5-60485AE6F47F}"/>
              </a:ext>
            </a:extLst>
          </p:cNvPr>
          <p:cNvCxnSpPr>
            <a:cxnSpLocks/>
          </p:cNvCxnSpPr>
          <p:nvPr/>
        </p:nvCxnSpPr>
        <p:spPr>
          <a:xfrm>
            <a:off x="5274007" y="1653254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553F660A-163B-8126-8897-F472424129DC}"/>
              </a:ext>
            </a:extLst>
          </p:cNvPr>
          <p:cNvCxnSpPr>
            <a:cxnSpLocks/>
          </p:cNvCxnSpPr>
          <p:nvPr/>
        </p:nvCxnSpPr>
        <p:spPr>
          <a:xfrm>
            <a:off x="5274007" y="2017585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B8A81B8-90DA-9C02-127A-10EA27AABB50}"/>
              </a:ext>
            </a:extLst>
          </p:cNvPr>
          <p:cNvSpPr txBox="1"/>
          <p:nvPr/>
        </p:nvSpPr>
        <p:spPr>
          <a:xfrm>
            <a:off x="6026762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C2E8E4-996F-39A2-4E9F-485FFA0FD8B5}"/>
              </a:ext>
            </a:extLst>
          </p:cNvPr>
          <p:cNvSpPr txBox="1"/>
          <p:nvPr/>
        </p:nvSpPr>
        <p:spPr>
          <a:xfrm>
            <a:off x="7227370" y="1983882"/>
            <a:ext cx="1279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отделе­ние противотанковых управляемых ракет 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5B628BBA-89EA-9A50-2F77-724A5EC12F2E}"/>
              </a:ext>
            </a:extLst>
          </p:cNvPr>
          <p:cNvGrpSpPr/>
          <p:nvPr/>
        </p:nvGrpSpPr>
        <p:grpSpPr>
          <a:xfrm>
            <a:off x="6316614" y="2706630"/>
            <a:ext cx="449889" cy="230832"/>
            <a:chOff x="6096000" y="3198168"/>
            <a:chExt cx="449889" cy="230832"/>
          </a:xfrm>
        </p:grpSpPr>
        <p:pic>
          <p:nvPicPr>
            <p:cNvPr id="51" name="Рисунок 50">
              <a:extLst>
                <a:ext uri="{FF2B5EF4-FFF2-40B4-BE49-F238E27FC236}">
                  <a16:creationId xmlns:a16="http://schemas.microsoft.com/office/drawing/2014/main" id="{6A7641F7-7043-5F8D-0A3B-7A7517CE1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A1FC07B-4307-8077-02BF-50428F40DD3C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х8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6D7C0E6D-740C-E0B3-D7DB-B018C239D5F0}"/>
              </a:ext>
            </a:extLst>
          </p:cNvPr>
          <p:cNvSpPr txBox="1"/>
          <p:nvPr/>
        </p:nvSpPr>
        <p:spPr>
          <a:xfrm>
            <a:off x="5802013" y="2900991"/>
            <a:ext cx="918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гранатомет СПГ-9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4FEB3C-3915-1D57-7A4E-DD708EA0A0CC}"/>
              </a:ext>
            </a:extLst>
          </p:cNvPr>
          <p:cNvSpPr txBox="1"/>
          <p:nvPr/>
        </p:nvSpPr>
        <p:spPr>
          <a:xfrm>
            <a:off x="7902836" y="2976581"/>
            <a:ext cx="1279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ПТУРС х2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336C31E6-1878-5850-A275-61A60B8CA5DF}"/>
              </a:ext>
            </a:extLst>
          </p:cNvPr>
          <p:cNvGrpSpPr/>
          <p:nvPr/>
        </p:nvGrpSpPr>
        <p:grpSpPr>
          <a:xfrm>
            <a:off x="7993971" y="2705602"/>
            <a:ext cx="449889" cy="230832"/>
            <a:chOff x="6096000" y="3198168"/>
            <a:chExt cx="449889" cy="230832"/>
          </a:xfrm>
        </p:grpSpPr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id="{58D0BF70-D3EB-0E90-DA97-3BF65472B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0842EC2-692E-BA21-AC02-E282556946BD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х6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139E7F5D-521A-AC8A-CEDD-64B599640BD8}"/>
              </a:ext>
            </a:extLst>
          </p:cNvPr>
          <p:cNvCxnSpPr>
            <a:cxnSpLocks/>
          </p:cNvCxnSpPr>
          <p:nvPr/>
        </p:nvCxnSpPr>
        <p:spPr>
          <a:xfrm>
            <a:off x="7246777" y="1063112"/>
            <a:ext cx="0" cy="718374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C4CE6AA9-37F5-47B0-3845-3306BDC51A2C}"/>
              </a:ext>
            </a:extLst>
          </p:cNvPr>
          <p:cNvCxnSpPr>
            <a:cxnSpLocks/>
            <a:endCxn id="22" idx="0"/>
          </p:cNvCxnSpPr>
          <p:nvPr/>
        </p:nvCxnSpPr>
        <p:spPr>
          <a:xfrm rot="10800000" flipV="1">
            <a:off x="6666366" y="1781486"/>
            <a:ext cx="599925" cy="202395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AEC4CD49-4728-FE77-3D75-699FBDE04435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7257630" y="1781486"/>
            <a:ext cx="609343" cy="202396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150CC911-A65F-0017-F074-6B215187F10C}"/>
              </a:ext>
            </a:extLst>
          </p:cNvPr>
          <p:cNvCxnSpPr>
            <a:cxnSpLocks/>
          </p:cNvCxnSpPr>
          <p:nvPr/>
        </p:nvCxnSpPr>
        <p:spPr>
          <a:xfrm>
            <a:off x="6892801" y="2696530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D7F55007-6C5B-09C9-7EC3-EE797F969A47}"/>
              </a:ext>
            </a:extLst>
          </p:cNvPr>
          <p:cNvCxnSpPr>
            <a:cxnSpLocks/>
          </p:cNvCxnSpPr>
          <p:nvPr/>
        </p:nvCxnSpPr>
        <p:spPr>
          <a:xfrm>
            <a:off x="7639719" y="2691768"/>
            <a:ext cx="0" cy="4079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B3F46F99-AAFF-35A8-D1DD-A7D831E13192}"/>
              </a:ext>
            </a:extLst>
          </p:cNvPr>
          <p:cNvCxnSpPr>
            <a:cxnSpLocks/>
          </p:cNvCxnSpPr>
          <p:nvPr/>
        </p:nvCxnSpPr>
        <p:spPr>
          <a:xfrm>
            <a:off x="7639719" y="2835776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F90D4BCC-D861-B54B-E48A-EB7AF0EE33DB}"/>
              </a:ext>
            </a:extLst>
          </p:cNvPr>
          <p:cNvCxnSpPr>
            <a:cxnSpLocks/>
          </p:cNvCxnSpPr>
          <p:nvPr/>
        </p:nvCxnSpPr>
        <p:spPr>
          <a:xfrm>
            <a:off x="7639719" y="3099691"/>
            <a:ext cx="26311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84ABDD33-5499-152F-5C87-952158ADE573}"/>
              </a:ext>
            </a:extLst>
          </p:cNvPr>
          <p:cNvCxnSpPr>
            <a:cxnSpLocks/>
          </p:cNvCxnSpPr>
          <p:nvPr/>
        </p:nvCxnSpPr>
        <p:spPr>
          <a:xfrm flipH="1">
            <a:off x="6672715" y="3099691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4E8A4000-A7EA-8D10-7580-A53A8B13EF2C}"/>
              </a:ext>
            </a:extLst>
          </p:cNvPr>
          <p:cNvCxnSpPr>
            <a:cxnSpLocks/>
          </p:cNvCxnSpPr>
          <p:nvPr/>
        </p:nvCxnSpPr>
        <p:spPr>
          <a:xfrm flipH="1">
            <a:off x="6672715" y="2825525"/>
            <a:ext cx="215338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17C7EDE-9283-354C-24A9-B38B05885D24}"/>
              </a:ext>
            </a:extLst>
          </p:cNvPr>
          <p:cNvSpPr txBox="1"/>
          <p:nvPr/>
        </p:nvSpPr>
        <p:spPr>
          <a:xfrm>
            <a:off x="8772163" y="1298516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103C7E-76F5-5622-5712-76DF2ABC4D43}"/>
              </a:ext>
            </a:extLst>
          </p:cNvPr>
          <p:cNvSpPr txBox="1"/>
          <p:nvPr/>
        </p:nvSpPr>
        <p:spPr>
          <a:xfrm>
            <a:off x="8772163" y="175481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C7ABD4-CD71-8838-18EE-EF12F2E6ED3F}"/>
              </a:ext>
            </a:extLst>
          </p:cNvPr>
          <p:cNvSpPr txBox="1"/>
          <p:nvPr/>
        </p:nvSpPr>
        <p:spPr>
          <a:xfrm>
            <a:off x="8772163" y="2237235"/>
            <a:ext cx="96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3018B1FF-93D7-21E0-A8D7-284457E8D090}"/>
              </a:ext>
            </a:extLst>
          </p:cNvPr>
          <p:cNvCxnSpPr>
            <a:cxnSpLocks/>
          </p:cNvCxnSpPr>
          <p:nvPr/>
        </p:nvCxnSpPr>
        <p:spPr>
          <a:xfrm>
            <a:off x="8705306" y="1326630"/>
            <a:ext cx="0" cy="1133201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805A26FE-5244-20F0-933D-525EC85ADAA9}"/>
              </a:ext>
            </a:extLst>
          </p:cNvPr>
          <p:cNvCxnSpPr>
            <a:cxnSpLocks/>
          </p:cNvCxnSpPr>
          <p:nvPr/>
        </p:nvCxnSpPr>
        <p:spPr>
          <a:xfrm>
            <a:off x="8705306" y="1502469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6DC29F28-9C8A-05C1-C176-5960B9CA439E}"/>
              </a:ext>
            </a:extLst>
          </p:cNvPr>
          <p:cNvCxnSpPr>
            <a:cxnSpLocks/>
          </p:cNvCxnSpPr>
          <p:nvPr/>
        </p:nvCxnSpPr>
        <p:spPr>
          <a:xfrm>
            <a:off x="8710627" y="1972201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0BCDA343-AEA0-6EF2-6082-531FBDC2E4AC}"/>
              </a:ext>
            </a:extLst>
          </p:cNvPr>
          <p:cNvCxnSpPr>
            <a:cxnSpLocks/>
          </p:cNvCxnSpPr>
          <p:nvPr/>
        </p:nvCxnSpPr>
        <p:spPr>
          <a:xfrm>
            <a:off x="8710627" y="2450832"/>
            <a:ext cx="1486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F3DB5A-0A5C-C30C-7C00-C4E1DBA387D1}"/>
              </a:ext>
            </a:extLst>
          </p:cNvPr>
          <p:cNvSpPr txBox="1"/>
          <p:nvPr/>
        </p:nvSpPr>
        <p:spPr>
          <a:xfrm>
            <a:off x="9435314" y="1102497"/>
            <a:ext cx="1059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36709C-7A9D-BFDB-FD9D-4674F3F3CAF3}"/>
              </a:ext>
            </a:extLst>
          </p:cNvPr>
          <p:cNvSpPr txBox="1"/>
          <p:nvPr/>
        </p:nvSpPr>
        <p:spPr>
          <a:xfrm>
            <a:off x="9388351" y="1539192"/>
            <a:ext cx="11053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3A3217A-D133-A75D-33D6-F80D926C3A08}"/>
              </a:ext>
            </a:extLst>
          </p:cNvPr>
          <p:cNvSpPr txBox="1"/>
          <p:nvPr/>
        </p:nvSpPr>
        <p:spPr>
          <a:xfrm>
            <a:off x="9214523" y="2220057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881C7D47-084A-3507-ACCD-7698CC2A797A}"/>
              </a:ext>
            </a:extLst>
          </p:cNvPr>
          <p:cNvGrpSpPr/>
          <p:nvPr/>
        </p:nvGrpSpPr>
        <p:grpSpPr>
          <a:xfrm>
            <a:off x="10101237" y="2594693"/>
            <a:ext cx="449889" cy="230832"/>
            <a:chOff x="6096000" y="3198168"/>
            <a:chExt cx="449889" cy="230832"/>
          </a:xfrm>
        </p:grpSpPr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226B4B6D-1612-105A-9F55-9ED371D1D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6BABDCC-DD35-CF25-6FF8-B98849597047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3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1E96BA72-EFAF-84AF-00DD-8F5E1AFE9943}"/>
              </a:ext>
            </a:extLst>
          </p:cNvPr>
          <p:cNvSpPr txBox="1"/>
          <p:nvPr/>
        </p:nvSpPr>
        <p:spPr>
          <a:xfrm>
            <a:off x="9214502" y="2879189"/>
            <a:ext cx="1279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5A317A41-B599-E9CD-EC07-211497A6C1EB}"/>
              </a:ext>
            </a:extLst>
          </p:cNvPr>
          <p:cNvGrpSpPr/>
          <p:nvPr/>
        </p:nvGrpSpPr>
        <p:grpSpPr>
          <a:xfrm>
            <a:off x="10096668" y="3238771"/>
            <a:ext cx="449889" cy="230832"/>
            <a:chOff x="6096000" y="3198168"/>
            <a:chExt cx="449889" cy="230832"/>
          </a:xfrm>
        </p:grpSpPr>
        <p:pic>
          <p:nvPicPr>
            <p:cNvPr id="99" name="Рисунок 98">
              <a:extLst>
                <a:ext uri="{FF2B5EF4-FFF2-40B4-BE49-F238E27FC236}">
                  <a16:creationId xmlns:a16="http://schemas.microsoft.com/office/drawing/2014/main" id="{E30DFB66-FDB7-2835-94D0-5E63375C1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3257068"/>
              <a:ext cx="142549" cy="142549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9AC5A46-E8DE-664A-5BC3-DC515E5915F8}"/>
                </a:ext>
              </a:extLst>
            </p:cNvPr>
            <p:cNvSpPr txBox="1"/>
            <p:nvPr/>
          </p:nvSpPr>
          <p:spPr>
            <a:xfrm>
              <a:off x="6167274" y="3198168"/>
              <a:ext cx="3786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</a:t>
              </a:r>
              <a:r>
                <a:rPr lang="en-US" sz="9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4</a:t>
              </a:r>
              <a:endParaRPr lang="ru-RU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05" name="Прямая соединительная линия 104">
            <a:extLst>
              <a:ext uri="{FF2B5EF4-FFF2-40B4-BE49-F238E27FC236}">
                <a16:creationId xmlns:a16="http://schemas.microsoft.com/office/drawing/2014/main" id="{0D3741F2-EFC6-60E6-3602-36B7CF51E31E}"/>
              </a:ext>
            </a:extLst>
          </p:cNvPr>
          <p:cNvCxnSpPr>
            <a:cxnSpLocks/>
          </p:cNvCxnSpPr>
          <p:nvPr/>
        </p:nvCxnSpPr>
        <p:spPr>
          <a:xfrm>
            <a:off x="10599571" y="1084428"/>
            <a:ext cx="0" cy="201526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9E13AFE5-42C1-C34E-6647-27BFC898E887}"/>
              </a:ext>
            </a:extLst>
          </p:cNvPr>
          <p:cNvCxnSpPr>
            <a:cxnSpLocks/>
          </p:cNvCxnSpPr>
          <p:nvPr/>
        </p:nvCxnSpPr>
        <p:spPr>
          <a:xfrm flipH="1">
            <a:off x="10428740" y="1298516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D0404EBD-DAD5-DA3D-1E14-C79872FBDA19}"/>
              </a:ext>
            </a:extLst>
          </p:cNvPr>
          <p:cNvCxnSpPr>
            <a:cxnSpLocks/>
          </p:cNvCxnSpPr>
          <p:nvPr/>
        </p:nvCxnSpPr>
        <p:spPr>
          <a:xfrm flipH="1">
            <a:off x="10428740" y="1843743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83F51640-BAE0-1928-D44B-597A1094D9EC}"/>
              </a:ext>
            </a:extLst>
          </p:cNvPr>
          <p:cNvCxnSpPr>
            <a:cxnSpLocks/>
          </p:cNvCxnSpPr>
          <p:nvPr/>
        </p:nvCxnSpPr>
        <p:spPr>
          <a:xfrm flipH="1">
            <a:off x="10428740" y="2437290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0ADAAADB-2420-91D2-2857-52B280B9D693}"/>
              </a:ext>
            </a:extLst>
          </p:cNvPr>
          <p:cNvCxnSpPr>
            <a:cxnSpLocks/>
          </p:cNvCxnSpPr>
          <p:nvPr/>
        </p:nvCxnSpPr>
        <p:spPr>
          <a:xfrm flipH="1">
            <a:off x="10428740" y="3099691"/>
            <a:ext cx="17083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8BD0CD6-26CC-0C62-8586-7EA19E2240E6}"/>
              </a:ext>
            </a:extLst>
          </p:cNvPr>
          <p:cNvSpPr txBox="1"/>
          <p:nvPr/>
        </p:nvSpPr>
        <p:spPr>
          <a:xfrm>
            <a:off x="11125392" y="136166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пункта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99B5E97-DE54-4521-9704-E9EFE5BBB805}"/>
              </a:ext>
            </a:extLst>
          </p:cNvPr>
          <p:cNvSpPr txBox="1"/>
          <p:nvPr/>
        </p:nvSpPr>
        <p:spPr>
          <a:xfrm>
            <a:off x="11109896" y="1811509"/>
            <a:ext cx="990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шофер-санитар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7EDC63-26E9-BC09-BF68-B8EBCD64BAF4}"/>
              </a:ext>
            </a:extLst>
          </p:cNvPr>
          <p:cNvSpPr txBox="1"/>
          <p:nvPr/>
        </p:nvSpPr>
        <p:spPr>
          <a:xfrm>
            <a:off x="11109896" y="2382290"/>
            <a:ext cx="990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анитар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3" name="Прямая соединительная линия 102">
            <a:extLst>
              <a:ext uri="{FF2B5EF4-FFF2-40B4-BE49-F238E27FC236}">
                <a16:creationId xmlns:a16="http://schemas.microsoft.com/office/drawing/2014/main" id="{FB08CCF9-6FB6-6839-C100-EBFDD81FE53B}"/>
              </a:ext>
            </a:extLst>
          </p:cNvPr>
          <p:cNvCxnSpPr>
            <a:cxnSpLocks/>
          </p:cNvCxnSpPr>
          <p:nvPr/>
        </p:nvCxnSpPr>
        <p:spPr>
          <a:xfrm>
            <a:off x="10937966" y="1063112"/>
            <a:ext cx="0" cy="1466966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120">
            <a:extLst>
              <a:ext uri="{FF2B5EF4-FFF2-40B4-BE49-F238E27FC236}">
                <a16:creationId xmlns:a16="http://schemas.microsoft.com/office/drawing/2014/main" id="{5C669713-13FC-E844-1956-90331631FC8A}"/>
              </a:ext>
            </a:extLst>
          </p:cNvPr>
          <p:cNvCxnSpPr>
            <a:cxnSpLocks/>
          </p:cNvCxnSpPr>
          <p:nvPr/>
        </p:nvCxnSpPr>
        <p:spPr>
          <a:xfrm>
            <a:off x="10938272" y="1579734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04A51D4B-7C73-7BD0-8A0D-4DF717E89722}"/>
              </a:ext>
            </a:extLst>
          </p:cNvPr>
          <p:cNvCxnSpPr>
            <a:cxnSpLocks/>
          </p:cNvCxnSpPr>
          <p:nvPr/>
        </p:nvCxnSpPr>
        <p:spPr>
          <a:xfrm>
            <a:off x="10944225" y="2031080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5D6A839B-4661-9478-53D2-F261EC01FEDC}"/>
              </a:ext>
            </a:extLst>
          </p:cNvPr>
          <p:cNvCxnSpPr>
            <a:cxnSpLocks/>
          </p:cNvCxnSpPr>
          <p:nvPr/>
        </p:nvCxnSpPr>
        <p:spPr>
          <a:xfrm>
            <a:off x="10939463" y="2521618"/>
            <a:ext cx="23240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BBAA5B49-7D04-C346-C99D-2A7F8C7916D9}"/>
              </a:ext>
            </a:extLst>
          </p:cNvPr>
          <p:cNvSpPr txBox="1"/>
          <p:nvPr/>
        </p:nvSpPr>
        <p:spPr>
          <a:xfrm>
            <a:off x="1524000" y="4647114"/>
            <a:ext cx="11061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38D2F81-28C2-BE17-4C25-F315406CB1AF}"/>
              </a:ext>
            </a:extLst>
          </p:cNvPr>
          <p:cNvSpPr txBox="1"/>
          <p:nvPr/>
        </p:nvSpPr>
        <p:spPr>
          <a:xfrm>
            <a:off x="3810001" y="3871145"/>
            <a:ext cx="1012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пулеметное отде­лени</a:t>
            </a:r>
            <a:r>
              <a:rPr lang="ru-RU" sz="12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е</a:t>
            </a:r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D2F777F-9634-420E-6809-5CB0B3917D56}"/>
              </a:ext>
            </a:extLst>
          </p:cNvPr>
          <p:cNvSpPr txBox="1"/>
          <p:nvPr/>
        </p:nvSpPr>
        <p:spPr>
          <a:xfrm>
            <a:off x="5324309" y="4488921"/>
            <a:ext cx="137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EF5A83-E793-3B38-6FBD-70CEA305B577}"/>
              </a:ext>
            </a:extLst>
          </p:cNvPr>
          <p:cNvSpPr txBox="1"/>
          <p:nvPr/>
        </p:nvSpPr>
        <p:spPr>
          <a:xfrm>
            <a:off x="1184568" y="5005128"/>
            <a:ext cx="1126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A56DE45-FD31-C75F-4B1E-9B1A3BC7D284}"/>
              </a:ext>
            </a:extLst>
          </p:cNvPr>
          <p:cNvSpPr txBox="1"/>
          <p:nvPr/>
        </p:nvSpPr>
        <p:spPr>
          <a:xfrm>
            <a:off x="1166586" y="5308834"/>
            <a:ext cx="11265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заме­ститель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A7A3381-1DDD-AB0B-9718-40B2875943DE}"/>
              </a:ext>
            </a:extLst>
          </p:cNvPr>
          <p:cNvSpPr txBox="1"/>
          <p:nvPr/>
        </p:nvSpPr>
        <p:spPr>
          <a:xfrm>
            <a:off x="1153634" y="5921526"/>
            <a:ext cx="1126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старшина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3" name="Соединитель: уступ 132">
            <a:extLst>
              <a:ext uri="{FF2B5EF4-FFF2-40B4-BE49-F238E27FC236}">
                <a16:creationId xmlns:a16="http://schemas.microsoft.com/office/drawing/2014/main" id="{60F4D6C9-1BB2-16D8-A73D-77F3823F31CB}"/>
              </a:ext>
            </a:extLst>
          </p:cNvPr>
          <p:cNvCxnSpPr>
            <a:cxnSpLocks/>
            <a:endCxn id="130" idx="0"/>
          </p:cNvCxnSpPr>
          <p:nvPr/>
        </p:nvCxnSpPr>
        <p:spPr>
          <a:xfrm rot="16200000" flipH="1">
            <a:off x="2431300" y="1986144"/>
            <a:ext cx="2885944" cy="8840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Соединитель: уступ 141">
            <a:extLst>
              <a:ext uri="{FF2B5EF4-FFF2-40B4-BE49-F238E27FC236}">
                <a16:creationId xmlns:a16="http://schemas.microsoft.com/office/drawing/2014/main" id="{F34C9F94-D731-452B-0268-5FADAF07DD55}"/>
              </a:ext>
            </a:extLst>
          </p:cNvPr>
          <p:cNvCxnSpPr>
            <a:cxnSpLocks/>
            <a:endCxn id="128" idx="0"/>
          </p:cNvCxnSpPr>
          <p:nvPr/>
        </p:nvCxnSpPr>
        <p:spPr>
          <a:xfrm rot="5400000">
            <a:off x="1649753" y="2864620"/>
            <a:ext cx="2209823" cy="1355165"/>
          </a:xfrm>
          <a:prstGeom prst="bentConnector3">
            <a:avLst>
              <a:gd name="adj1" fmla="val 81896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Соединитель: уступ 152">
            <a:extLst>
              <a:ext uri="{FF2B5EF4-FFF2-40B4-BE49-F238E27FC236}">
                <a16:creationId xmlns:a16="http://schemas.microsoft.com/office/drawing/2014/main" id="{9E6126A6-1D39-C166-39EC-A7F937291545}"/>
              </a:ext>
            </a:extLst>
          </p:cNvPr>
          <p:cNvCxnSpPr>
            <a:cxnSpLocks/>
            <a:endCxn id="132" idx="0"/>
          </p:cNvCxnSpPr>
          <p:nvPr/>
        </p:nvCxnSpPr>
        <p:spPr>
          <a:xfrm rot="16200000" flipH="1">
            <a:off x="4129000" y="2608160"/>
            <a:ext cx="2071226" cy="169029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Соединитель: уступ 100">
            <a:extLst>
              <a:ext uri="{FF2B5EF4-FFF2-40B4-BE49-F238E27FC236}">
                <a16:creationId xmlns:a16="http://schemas.microsoft.com/office/drawing/2014/main" id="{E5877580-1AAC-CFE3-4652-16B59F3D8176}"/>
              </a:ext>
            </a:extLst>
          </p:cNvPr>
          <p:cNvCxnSpPr>
            <a:cxnSpLocks/>
            <a:stCxn id="128" idx="1"/>
          </p:cNvCxnSpPr>
          <p:nvPr/>
        </p:nvCxnSpPr>
        <p:spPr>
          <a:xfrm rot="10800000" flipV="1">
            <a:off x="1012826" y="4785613"/>
            <a:ext cx="511175" cy="1259023"/>
          </a:xfrm>
          <a:prstGeom prst="bentConnector2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 стрелкой 117">
            <a:extLst>
              <a:ext uri="{FF2B5EF4-FFF2-40B4-BE49-F238E27FC236}">
                <a16:creationId xmlns:a16="http://schemas.microsoft.com/office/drawing/2014/main" id="{A80E64A7-3EF1-F5BC-EC2F-26F8A99BF6BC}"/>
              </a:ext>
            </a:extLst>
          </p:cNvPr>
          <p:cNvCxnSpPr>
            <a:cxnSpLocks/>
          </p:cNvCxnSpPr>
          <p:nvPr/>
        </p:nvCxnSpPr>
        <p:spPr>
          <a:xfrm>
            <a:off x="1003300" y="5150779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 стрелкой 119">
            <a:extLst>
              <a:ext uri="{FF2B5EF4-FFF2-40B4-BE49-F238E27FC236}">
                <a16:creationId xmlns:a16="http://schemas.microsoft.com/office/drawing/2014/main" id="{1F702ECC-3F3F-39DA-369D-FB8FF1A8226B}"/>
              </a:ext>
            </a:extLst>
          </p:cNvPr>
          <p:cNvCxnSpPr>
            <a:cxnSpLocks/>
          </p:cNvCxnSpPr>
          <p:nvPr/>
        </p:nvCxnSpPr>
        <p:spPr>
          <a:xfrm>
            <a:off x="1006475" y="5547654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>
            <a:extLst>
              <a:ext uri="{FF2B5EF4-FFF2-40B4-BE49-F238E27FC236}">
                <a16:creationId xmlns:a16="http://schemas.microsoft.com/office/drawing/2014/main" id="{0433397C-C117-B226-83C6-93AD827ED5E8}"/>
              </a:ext>
            </a:extLst>
          </p:cNvPr>
          <p:cNvCxnSpPr>
            <a:cxnSpLocks/>
          </p:cNvCxnSpPr>
          <p:nvPr/>
        </p:nvCxnSpPr>
        <p:spPr>
          <a:xfrm>
            <a:off x="1003300" y="6046129"/>
            <a:ext cx="213569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EFFA431D-FB73-9E99-F17F-46DAF784FD8F}"/>
              </a:ext>
            </a:extLst>
          </p:cNvPr>
          <p:cNvSpPr txBox="1"/>
          <p:nvPr/>
        </p:nvSpPr>
        <p:spPr>
          <a:xfrm>
            <a:off x="3962400" y="4391183"/>
            <a:ext cx="109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командира отделения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AF1DB74-B2D2-59BB-247A-ACF0EA15ACAE}"/>
              </a:ext>
            </a:extLst>
          </p:cNvPr>
          <p:cNvSpPr txBox="1"/>
          <p:nvPr/>
        </p:nvSpPr>
        <p:spPr>
          <a:xfrm>
            <a:off x="3962400" y="4833173"/>
            <a:ext cx="10910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водителя бронетранспортера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827BE13-E9F5-2BB3-308C-481C6FF46A1E}"/>
              </a:ext>
            </a:extLst>
          </p:cNvPr>
          <p:cNvSpPr txBox="1"/>
          <p:nvPr/>
        </p:nvSpPr>
        <p:spPr>
          <a:xfrm>
            <a:off x="3962400" y="5452535"/>
            <a:ext cx="109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пуле­метный расчет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</a:t>
            </a:r>
            <a:r>
              <a:rPr lang="en-US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9" name="Прямая соединительная линия 118">
            <a:extLst>
              <a:ext uri="{FF2B5EF4-FFF2-40B4-BE49-F238E27FC236}">
                <a16:creationId xmlns:a16="http://schemas.microsoft.com/office/drawing/2014/main" id="{C6A29982-1962-A735-7612-E52F1F7BF34E}"/>
              </a:ext>
            </a:extLst>
          </p:cNvPr>
          <p:cNvCxnSpPr>
            <a:cxnSpLocks/>
          </p:cNvCxnSpPr>
          <p:nvPr/>
        </p:nvCxnSpPr>
        <p:spPr>
          <a:xfrm>
            <a:off x="3913945" y="4294338"/>
            <a:ext cx="0" cy="139208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 стрелкой 126">
            <a:extLst>
              <a:ext uri="{FF2B5EF4-FFF2-40B4-BE49-F238E27FC236}">
                <a16:creationId xmlns:a16="http://schemas.microsoft.com/office/drawing/2014/main" id="{0926B3C8-73BC-9BA6-42AA-89CF1AB98124}"/>
              </a:ext>
            </a:extLst>
          </p:cNvPr>
          <p:cNvCxnSpPr>
            <a:cxnSpLocks/>
          </p:cNvCxnSpPr>
          <p:nvPr/>
        </p:nvCxnSpPr>
        <p:spPr>
          <a:xfrm>
            <a:off x="3921125" y="5093629"/>
            <a:ext cx="13108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>
            <a:extLst>
              <a:ext uri="{FF2B5EF4-FFF2-40B4-BE49-F238E27FC236}">
                <a16:creationId xmlns:a16="http://schemas.microsoft.com/office/drawing/2014/main" id="{D1718BB7-4E85-46CD-DD10-F2F374D19DA1}"/>
              </a:ext>
            </a:extLst>
          </p:cNvPr>
          <p:cNvCxnSpPr>
            <a:cxnSpLocks/>
          </p:cNvCxnSpPr>
          <p:nvPr/>
        </p:nvCxnSpPr>
        <p:spPr>
          <a:xfrm>
            <a:off x="3921125" y="4595154"/>
            <a:ext cx="13108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133">
            <a:extLst>
              <a:ext uri="{FF2B5EF4-FFF2-40B4-BE49-F238E27FC236}">
                <a16:creationId xmlns:a16="http://schemas.microsoft.com/office/drawing/2014/main" id="{4086F524-FC72-F378-A485-D4D0E2E310A3}"/>
              </a:ext>
            </a:extLst>
          </p:cNvPr>
          <p:cNvCxnSpPr>
            <a:cxnSpLocks/>
          </p:cNvCxnSpPr>
          <p:nvPr/>
        </p:nvCxnSpPr>
        <p:spPr>
          <a:xfrm>
            <a:off x="3919931" y="5677829"/>
            <a:ext cx="131081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DF505E45-FF14-7A8D-9D04-A0422F1646EB}"/>
              </a:ext>
            </a:extLst>
          </p:cNvPr>
          <p:cNvSpPr txBox="1"/>
          <p:nvPr/>
        </p:nvSpPr>
        <p:spPr>
          <a:xfrm>
            <a:off x="3296421" y="6181721"/>
            <a:ext cx="84504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пулеметчик 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B8286D2-1737-39B3-0E68-817A4FA198F9}"/>
              </a:ext>
            </a:extLst>
          </p:cNvPr>
          <p:cNvSpPr txBox="1"/>
          <p:nvPr/>
        </p:nvSpPr>
        <p:spPr>
          <a:xfrm>
            <a:off x="4550142" y="6181956"/>
            <a:ext cx="867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помощник пулеметчика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6" name="Соединитель: уступ 125">
            <a:extLst>
              <a:ext uri="{FF2B5EF4-FFF2-40B4-BE49-F238E27FC236}">
                <a16:creationId xmlns:a16="http://schemas.microsoft.com/office/drawing/2014/main" id="{2AD088DE-B0A9-6009-82E9-01218AB326DF}"/>
              </a:ext>
            </a:extLst>
          </p:cNvPr>
          <p:cNvCxnSpPr>
            <a:cxnSpLocks/>
            <a:stCxn id="117" idx="2"/>
            <a:endCxn id="114" idx="0"/>
          </p:cNvCxnSpPr>
          <p:nvPr/>
        </p:nvCxnSpPr>
        <p:spPr>
          <a:xfrm rot="5400000">
            <a:off x="3948902" y="5622690"/>
            <a:ext cx="329076" cy="78898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Соединитель: уступ 134">
            <a:extLst>
              <a:ext uri="{FF2B5EF4-FFF2-40B4-BE49-F238E27FC236}">
                <a16:creationId xmlns:a16="http://schemas.microsoft.com/office/drawing/2014/main" id="{6E85834C-A6C7-966E-5A85-029DE32EA6D5}"/>
              </a:ext>
            </a:extLst>
          </p:cNvPr>
          <p:cNvCxnSpPr>
            <a:cxnSpLocks/>
            <a:stCxn id="117" idx="2"/>
            <a:endCxn id="123" idx="0"/>
          </p:cNvCxnSpPr>
          <p:nvPr/>
        </p:nvCxnSpPr>
        <p:spPr>
          <a:xfrm rot="16200000" flipH="1">
            <a:off x="4581183" y="5779395"/>
            <a:ext cx="329311" cy="47581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6740EA88-CFD0-2B61-44D3-EE5BBAC09E2B}"/>
              </a:ext>
            </a:extLst>
          </p:cNvPr>
          <p:cNvSpPr txBox="1"/>
          <p:nvPr/>
        </p:nvSpPr>
        <p:spPr>
          <a:xfrm>
            <a:off x="6666365" y="4934349"/>
            <a:ext cx="1084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FEA8BF6-5B99-A3B1-928A-BE2EA9253AF6}"/>
              </a:ext>
            </a:extLst>
          </p:cNvPr>
          <p:cNvSpPr txBox="1"/>
          <p:nvPr/>
        </p:nvSpPr>
        <p:spPr>
          <a:xfrm>
            <a:off x="6666366" y="5367348"/>
            <a:ext cx="114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коман­дира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21431C1-36DA-5C7C-BEEE-D6E907C1C83C}"/>
              </a:ext>
            </a:extLst>
          </p:cNvPr>
          <p:cNvSpPr txBox="1"/>
          <p:nvPr/>
        </p:nvSpPr>
        <p:spPr>
          <a:xfrm>
            <a:off x="6660647" y="5800531"/>
            <a:ext cx="11722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мотострелковое отделение х3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9" name="Прямая соединительная линия 138">
            <a:extLst>
              <a:ext uri="{FF2B5EF4-FFF2-40B4-BE49-F238E27FC236}">
                <a16:creationId xmlns:a16="http://schemas.microsoft.com/office/drawing/2014/main" id="{6A6BC137-432C-7D6E-4C68-003B0DEDBFD7}"/>
              </a:ext>
            </a:extLst>
          </p:cNvPr>
          <p:cNvCxnSpPr>
            <a:cxnSpLocks/>
          </p:cNvCxnSpPr>
          <p:nvPr/>
        </p:nvCxnSpPr>
        <p:spPr>
          <a:xfrm>
            <a:off x="6419466" y="4808689"/>
            <a:ext cx="0" cy="1201586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Прямая со стрелкой 142">
            <a:extLst>
              <a:ext uri="{FF2B5EF4-FFF2-40B4-BE49-F238E27FC236}">
                <a16:creationId xmlns:a16="http://schemas.microsoft.com/office/drawing/2014/main" id="{2F80E4F0-4529-C7F9-A398-76D9F801C8AC}"/>
              </a:ext>
            </a:extLst>
          </p:cNvPr>
          <p:cNvCxnSpPr>
            <a:cxnSpLocks/>
          </p:cNvCxnSpPr>
          <p:nvPr/>
        </p:nvCxnSpPr>
        <p:spPr>
          <a:xfrm>
            <a:off x="6428184" y="5149589"/>
            <a:ext cx="292557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Прямая со стрелкой 144">
            <a:extLst>
              <a:ext uri="{FF2B5EF4-FFF2-40B4-BE49-F238E27FC236}">
                <a16:creationId xmlns:a16="http://schemas.microsoft.com/office/drawing/2014/main" id="{CBED0AF4-BBF7-32E8-5AB5-72166161C050}"/>
              </a:ext>
            </a:extLst>
          </p:cNvPr>
          <p:cNvCxnSpPr>
            <a:cxnSpLocks/>
          </p:cNvCxnSpPr>
          <p:nvPr/>
        </p:nvCxnSpPr>
        <p:spPr>
          <a:xfrm>
            <a:off x="6419466" y="5578214"/>
            <a:ext cx="30127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Прямая со стрелкой 146">
            <a:extLst>
              <a:ext uri="{FF2B5EF4-FFF2-40B4-BE49-F238E27FC236}">
                <a16:creationId xmlns:a16="http://schemas.microsoft.com/office/drawing/2014/main" id="{6C26D239-E876-A544-4780-C4897199A725}"/>
              </a:ext>
            </a:extLst>
          </p:cNvPr>
          <p:cNvCxnSpPr>
            <a:cxnSpLocks/>
          </p:cNvCxnSpPr>
          <p:nvPr/>
        </p:nvCxnSpPr>
        <p:spPr>
          <a:xfrm>
            <a:off x="6419466" y="6005648"/>
            <a:ext cx="301275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93B0A645-7D40-14D9-CF28-FE5C054C3383}"/>
              </a:ext>
            </a:extLst>
          </p:cNvPr>
          <p:cNvSpPr txBox="1"/>
          <p:nvPr/>
        </p:nvSpPr>
        <p:spPr>
          <a:xfrm>
            <a:off x="8705306" y="4614022"/>
            <a:ext cx="6121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отделения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50F4256-07A8-38B5-E226-A50D42B1F9B8}"/>
              </a:ext>
            </a:extLst>
          </p:cNvPr>
          <p:cNvSpPr txBox="1"/>
          <p:nvPr/>
        </p:nvSpPr>
        <p:spPr>
          <a:xfrm>
            <a:off x="8705306" y="4847806"/>
            <a:ext cx="690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пулеметчик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0868955-91DC-434E-4FAE-482AC1ECA3CA}"/>
              </a:ext>
            </a:extLst>
          </p:cNvPr>
          <p:cNvSpPr txBox="1"/>
          <p:nvPr/>
        </p:nvSpPr>
        <p:spPr>
          <a:xfrm>
            <a:off x="8705306" y="5091681"/>
            <a:ext cx="74390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гранатометчик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8ED5E2D-A493-4E4A-A91E-63B7AC904F3C}"/>
              </a:ext>
            </a:extLst>
          </p:cNvPr>
          <p:cNvSpPr txBox="1"/>
          <p:nvPr/>
        </p:nvSpPr>
        <p:spPr>
          <a:xfrm>
            <a:off x="8705306" y="5363451"/>
            <a:ext cx="78359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помощник гранатометчи­ка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2114BDF-B1B0-9F9E-111A-0BFA41CBF511}"/>
              </a:ext>
            </a:extLst>
          </p:cNvPr>
          <p:cNvSpPr txBox="1"/>
          <p:nvPr/>
        </p:nvSpPr>
        <p:spPr>
          <a:xfrm>
            <a:off x="8705306" y="5615168"/>
            <a:ext cx="80803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автоматчик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3842702-25DF-89F5-5AD1-6751838FBF83}"/>
              </a:ext>
            </a:extLst>
          </p:cNvPr>
          <p:cNvSpPr txBox="1"/>
          <p:nvPr/>
        </p:nvSpPr>
        <p:spPr>
          <a:xfrm>
            <a:off x="8705306" y="5885319"/>
            <a:ext cx="83121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автоматчик</a:t>
            </a:r>
            <a:r>
              <a:rPr lang="en-US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х3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6B0048F-75FC-58C9-6465-CCF45B04C150}"/>
              </a:ext>
            </a:extLst>
          </p:cNvPr>
          <p:cNvSpPr txBox="1"/>
          <p:nvPr/>
        </p:nvSpPr>
        <p:spPr>
          <a:xfrm>
            <a:off x="8705306" y="6152874"/>
            <a:ext cx="8509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 бронетранспор­тера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56" name="Соединитель: уступ 155">
            <a:extLst>
              <a:ext uri="{FF2B5EF4-FFF2-40B4-BE49-F238E27FC236}">
                <a16:creationId xmlns:a16="http://schemas.microsoft.com/office/drawing/2014/main" id="{6641C940-B723-97BA-7F06-04DC1C197600}"/>
              </a:ext>
            </a:extLst>
          </p:cNvPr>
          <p:cNvCxnSpPr>
            <a:cxnSpLocks/>
            <a:stCxn id="138" idx="3"/>
            <a:endCxn id="129" idx="1"/>
          </p:cNvCxnSpPr>
          <p:nvPr/>
        </p:nvCxnSpPr>
        <p:spPr>
          <a:xfrm flipV="1">
            <a:off x="7832907" y="4729438"/>
            <a:ext cx="872399" cy="127114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Соединитель: уступ 158">
            <a:extLst>
              <a:ext uri="{FF2B5EF4-FFF2-40B4-BE49-F238E27FC236}">
                <a16:creationId xmlns:a16="http://schemas.microsoft.com/office/drawing/2014/main" id="{08986594-9600-AF1E-D7CF-725AFF689B69}"/>
              </a:ext>
            </a:extLst>
          </p:cNvPr>
          <p:cNvCxnSpPr>
            <a:cxnSpLocks/>
            <a:stCxn id="138" idx="3"/>
            <a:endCxn id="140" idx="1"/>
          </p:cNvCxnSpPr>
          <p:nvPr/>
        </p:nvCxnSpPr>
        <p:spPr>
          <a:xfrm flipV="1">
            <a:off x="7832907" y="4963222"/>
            <a:ext cx="872399" cy="103736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Соединитель: уступ 161">
            <a:extLst>
              <a:ext uri="{FF2B5EF4-FFF2-40B4-BE49-F238E27FC236}">
                <a16:creationId xmlns:a16="http://schemas.microsoft.com/office/drawing/2014/main" id="{C6B5B9DB-E932-EB7B-0710-66B91182CDF0}"/>
              </a:ext>
            </a:extLst>
          </p:cNvPr>
          <p:cNvCxnSpPr>
            <a:cxnSpLocks/>
            <a:stCxn id="138" idx="3"/>
            <a:endCxn id="144" idx="1"/>
          </p:cNvCxnSpPr>
          <p:nvPr/>
        </p:nvCxnSpPr>
        <p:spPr>
          <a:xfrm flipV="1">
            <a:off x="7832907" y="5207097"/>
            <a:ext cx="872399" cy="79348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Соединитель: уступ 164">
            <a:extLst>
              <a:ext uri="{FF2B5EF4-FFF2-40B4-BE49-F238E27FC236}">
                <a16:creationId xmlns:a16="http://schemas.microsoft.com/office/drawing/2014/main" id="{15EBCE9A-EACA-E851-9E4D-76FDC44DD24C}"/>
              </a:ext>
            </a:extLst>
          </p:cNvPr>
          <p:cNvCxnSpPr>
            <a:cxnSpLocks/>
            <a:stCxn id="138" idx="3"/>
            <a:endCxn id="148" idx="1"/>
          </p:cNvCxnSpPr>
          <p:nvPr/>
        </p:nvCxnSpPr>
        <p:spPr>
          <a:xfrm flipV="1">
            <a:off x="7832907" y="5478867"/>
            <a:ext cx="872399" cy="52171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Соединитель: уступ 167">
            <a:extLst>
              <a:ext uri="{FF2B5EF4-FFF2-40B4-BE49-F238E27FC236}">
                <a16:creationId xmlns:a16="http://schemas.microsoft.com/office/drawing/2014/main" id="{987C7E5B-5E89-B1F7-2641-C81FD873E8B7}"/>
              </a:ext>
            </a:extLst>
          </p:cNvPr>
          <p:cNvCxnSpPr>
            <a:cxnSpLocks/>
            <a:stCxn id="138" idx="3"/>
            <a:endCxn id="150" idx="1"/>
          </p:cNvCxnSpPr>
          <p:nvPr/>
        </p:nvCxnSpPr>
        <p:spPr>
          <a:xfrm flipV="1">
            <a:off x="7832907" y="5730584"/>
            <a:ext cx="872399" cy="27000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Соединитель: уступ 170">
            <a:extLst>
              <a:ext uri="{FF2B5EF4-FFF2-40B4-BE49-F238E27FC236}">
                <a16:creationId xmlns:a16="http://schemas.microsoft.com/office/drawing/2014/main" id="{88CE4B15-5D26-66CE-5584-4609BD7F249F}"/>
              </a:ext>
            </a:extLst>
          </p:cNvPr>
          <p:cNvCxnSpPr>
            <a:cxnSpLocks/>
            <a:stCxn id="138" idx="3"/>
            <a:endCxn id="152" idx="1"/>
          </p:cNvCxnSpPr>
          <p:nvPr/>
        </p:nvCxnSpPr>
        <p:spPr>
          <a:xfrm>
            <a:off x="7832907" y="6000586"/>
            <a:ext cx="872399" cy="14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Соединитель: уступ 173">
            <a:extLst>
              <a:ext uri="{FF2B5EF4-FFF2-40B4-BE49-F238E27FC236}">
                <a16:creationId xmlns:a16="http://schemas.microsoft.com/office/drawing/2014/main" id="{6EFB3251-041D-A58F-E4E9-886C174AD44F}"/>
              </a:ext>
            </a:extLst>
          </p:cNvPr>
          <p:cNvCxnSpPr>
            <a:cxnSpLocks/>
            <a:stCxn id="138" idx="3"/>
            <a:endCxn id="155" idx="1"/>
          </p:cNvCxnSpPr>
          <p:nvPr/>
        </p:nvCxnSpPr>
        <p:spPr>
          <a:xfrm>
            <a:off x="7832907" y="6000586"/>
            <a:ext cx="872399" cy="26770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917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123</TotalTime>
  <Words>1412</Words>
  <Application>Microsoft Office PowerPoint</Application>
  <PresentationFormat>Широкоэкранный</PresentationFormat>
  <Paragraphs>573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Segoe UI</vt:lpstr>
      <vt:lpstr>Тема Office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Дарья Шаповалова</dc:creator>
  <cp:lastModifiedBy>Дарья Шаповалова</cp:lastModifiedBy>
  <cp:revision>35</cp:revision>
  <dcterms:created xsi:type="dcterms:W3CDTF">2026-02-16T00:12:03Z</dcterms:created>
  <dcterms:modified xsi:type="dcterms:W3CDTF">2026-02-16T02:16:09Z</dcterms:modified>
</cp:coreProperties>
</file>