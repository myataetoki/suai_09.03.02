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5"/>
  </p:notesMasterIdLst>
  <p:sldIdLst>
    <p:sldId id="257" r:id="rId2"/>
    <p:sldId id="286" r:id="rId3"/>
    <p:sldId id="295" r:id="rId4"/>
    <p:sldId id="305" r:id="rId5"/>
    <p:sldId id="306" r:id="rId6"/>
    <p:sldId id="304" r:id="rId7"/>
    <p:sldId id="282" r:id="rId8"/>
    <p:sldId id="303" r:id="rId9"/>
    <p:sldId id="302" r:id="rId10"/>
    <p:sldId id="300" r:id="rId11"/>
    <p:sldId id="298" r:id="rId12"/>
    <p:sldId id="297" r:id="rId13"/>
    <p:sldId id="296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17" autoAdjust="0"/>
    <p:restoredTop sz="94660"/>
  </p:normalViewPr>
  <p:slideViewPr>
    <p:cSldViewPr snapToGrid="0">
      <p:cViewPr>
        <p:scale>
          <a:sx n="75" d="100"/>
          <a:sy n="75" d="100"/>
        </p:scale>
        <p:origin x="363" y="7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FB0F0A-EB42-46F0-BE28-9B160B1A6A53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CE065B-94A5-4B4A-AD27-F6576ED677F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348319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6C7FCF-50BA-5779-53E8-07BD440EF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D7CAA32-9F44-649C-17D3-3B445C2741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084D2D1-B50E-BDAC-3A26-943B414EAD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FDD8DB0-2EA6-2937-029B-08A8E8FC86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CE065B-94A5-4B4A-AD27-F6576ED677FA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175896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FB48C-D81D-85D2-1D76-394508DA9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552F3BB-F1BB-96F3-E7A9-5A9FD047C7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A93BE9B-FED7-EF2C-3D49-D4E6B74D7B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37F1A62-7FE5-6DEE-1EAC-E0142C57C6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CE065B-94A5-4B4A-AD27-F6576ED677FA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70704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8D9225-CB46-855E-2731-B77B6C8DB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938E1F7-06D3-D251-FB0D-B0BDD28653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09AB1C8-CE9B-732B-5C68-F0D8F04111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3F1F356-60ED-DBE8-F4B9-0F2BBF5E17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CE065B-94A5-4B4A-AD27-F6576ED677FA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14645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3B572-BAA7-412E-0717-4C65048AB1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9D279C11-03D8-710B-956D-2093D67F2D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086079F-ECAA-955C-4CB7-B0E7D29EC6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9BB9CC2-F833-7576-370B-6FD9B7C038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CE065B-94A5-4B4A-AD27-F6576ED677FA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89778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23D9B-0638-E2E9-673F-ACD4FB17B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61A60A8-3493-59EC-C046-77D33EE576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B47F15E-C748-83FC-9629-7366101CD3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83B7A15-C1B0-B897-1FBF-22651C7C22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CE065B-94A5-4B4A-AD27-F6576ED677FA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578207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F18D3-563B-0FF2-03C1-3D1B35BF5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71E19B5-AE16-EA72-792D-3AC80F92D4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9CD5B4C-7C5A-7EC7-80A0-16189ABDC5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B73D11-ABA9-8BC5-8AB9-5F353B4120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CE065B-94A5-4B4A-AD27-F6576ED677FA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86241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1AA5E-887B-FABF-7639-DC67FEBFE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1AF79D0-8061-6721-973A-A6B154B1E1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994ED6C3-1B92-019D-FD4C-09CBB6DAE8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A57AA97-F928-8311-84B7-1F315E4BB2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CE065B-94A5-4B4A-AD27-F6576ED677FA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813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826FD-4A75-B959-0F9B-8D440A6F0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844259B-F0D1-F0C4-ACAC-167BBFE501F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165E188-9D28-CE24-3F13-25152B2384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CAA3358-1479-F46E-CC45-02CE1C1031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CE065B-94A5-4B4A-AD27-F6576ED677FA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471080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445BB-0E76-64CD-F61D-08F683939C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81553CB-8272-1FEB-2B91-3D14B4A588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A387878-67A6-67BB-A512-14CA282AB3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8DF0366-B96B-D0EA-4AEC-490B22ED2E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CE065B-94A5-4B4A-AD27-F6576ED677FA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94469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9AF17D-C0E9-70B8-E1F5-E06BC3825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1E8A298-7448-92DD-A45C-3DB528AFB3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FB845F0-27FE-0ED5-BF78-173C94A533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2486712-E1F6-2B28-328C-AAD405A7FF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CE065B-94A5-4B4A-AD27-F6576ED677FA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364239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29B3AE-EA1C-61A4-BBAB-8FE7701A6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3E1296D-9EDD-59FC-FD79-F06B583B3F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00FB625-F45D-B217-192D-46CB6E19A9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593D61B-43A5-B70C-F7CF-2E6016C977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CE065B-94A5-4B4A-AD27-F6576ED677FA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50491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7A994-7C23-C59F-ADEC-6A056C697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454126A-D4B6-F8FF-1662-B4F3FB8049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9E5A012-0055-FD7A-ED59-E34D8CA7B9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ABB716B-5381-2136-0A61-3727410B51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FCE065B-94A5-4B4A-AD27-F6576ED677FA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68935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D23E69-6003-0A8E-01DF-8B2517A53D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5426F4A-A561-B977-7888-41602AD248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8E7ED28-510F-A7FB-03FE-E6296E89A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9A320-48C6-4147-8195-A420490A3B76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4AA0E50-DD9A-36F7-CF2E-0D535EADA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6E12EA-92EF-08F9-6172-E7534A066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1E7A-B525-4C0F-92DA-5B8123E076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517319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2000">
        <p159:morph option="byObject"/>
      </p:transition>
    </mc:Choice>
    <mc:Fallback>
      <p:transition spd="slow" advTm="2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F365BD-D0CC-87AE-0546-D13871FE5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6CE0FA-4BA6-9939-7F95-A698A28354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2904337-56E7-15EC-F64F-98189C70F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9A320-48C6-4147-8195-A420490A3B76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5B00DC8-742D-6DC5-518D-4CE1096C0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20B396F-E849-EF82-1D2F-73A42099BC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1E7A-B525-4C0F-92DA-5B8123E076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29394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2000">
        <p159:morph option="byObject"/>
      </p:transition>
    </mc:Choice>
    <mc:Fallback>
      <p:transition spd="slow" advTm="2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E6532D-D442-E1D5-9CD8-36D9AAB09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BEE3A5E-3FB0-9D7B-5ADA-CC6908236A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DF22CDD-BBF4-2A79-163A-DC4E61F5F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9A320-48C6-4147-8195-A420490A3B76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6083BD1-D4F6-DDDA-A503-E8E5B9B15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6566C1E-EEEE-BE3C-C238-BBB06727C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1E7A-B525-4C0F-92DA-5B8123E076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22748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2000">
        <p159:morph option="byObject"/>
      </p:transition>
    </mc:Choice>
    <mc:Fallback>
      <p:transition spd="slow" advTm="2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ED3323-460A-9C08-0E28-8F5AF87064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76A846F-A7B6-585F-05A3-88D406668A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DF069B8-4509-4296-EE66-DF5E6008A8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9E9F681-1D92-A6B5-00E8-3207B36EA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9A320-48C6-4147-8195-A420490A3B76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5085EDA-FE01-759A-CD6A-E6E7186494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622D2B86-334F-B99B-A911-202B8A5F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1E7A-B525-4C0F-92DA-5B8123E076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18276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2000">
        <p159:morph option="byObject"/>
      </p:transition>
    </mc:Choice>
    <mc:Fallback>
      <p:transition spd="slow" advTm="200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AE12C8-AC0C-C35F-3026-92CB445AC6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5A0FA79-A8C7-A916-FF86-FCF34F4C92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9AB979-59C6-315B-CED3-86491A0230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BF6C066-9FBB-4466-311C-DFBF812240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D720DAEB-187F-C157-A99F-558DAC6884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E94DA08-EFB5-E080-062C-A321F9994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9A320-48C6-4147-8195-A420490A3B76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FCAC9E2-99B3-69D4-9FD3-E89802303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D4F2843-CF0D-A56F-3133-C5998D9E1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1E7A-B525-4C0F-92DA-5B8123E076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921472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2000">
        <p159:morph option="byObject"/>
      </p:transition>
    </mc:Choice>
    <mc:Fallback>
      <p:transition spd="slow" advTm="2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AB9B5A-0BCE-E0C7-8544-DC3C4651D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5404CFF-F2BC-3637-D5F3-7A74B355E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9A320-48C6-4147-8195-A420490A3B76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49783CC-4B67-4FA2-4F43-8721C3E2F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45EE5A4-BF3A-9A64-6837-DC11ACEC0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1E7A-B525-4C0F-92DA-5B8123E076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89684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2000">
        <p159:morph option="byObject"/>
      </p:transition>
    </mc:Choice>
    <mc:Fallback>
      <p:transition spd="slow" advTm="200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8D51D4E-BDB9-B362-F25E-3D4FE1A87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9A320-48C6-4147-8195-A420490A3B76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23BE5E67-D648-0804-741A-AACCF94E9E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7174A1-C90C-B9A9-0D25-03D176509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1E7A-B525-4C0F-92DA-5B8123E076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04480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2000">
        <p159:morph option="byObject"/>
      </p:transition>
    </mc:Choice>
    <mc:Fallback>
      <p:transition spd="slow" advTm="200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0854AE-38CA-DAFF-5768-949D38C54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8FF6A95-A2CC-621B-76AF-E018A7A23E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927C87E-B113-7911-B91E-10847B22CB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202F964-5BFD-BD3B-E6AF-92F9369C0A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9A320-48C6-4147-8195-A420490A3B76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6397D4B-6878-700E-FBF6-A08B81C7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C4396A4A-04A9-8D7A-7D60-60D6262D1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1E7A-B525-4C0F-92DA-5B8123E076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90042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2000">
        <p159:morph option="byObject"/>
      </p:transition>
    </mc:Choice>
    <mc:Fallback>
      <p:transition spd="slow" advTm="2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C66740-8F62-1ED3-0BDA-B626415F9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7D47F22-2052-6D39-9045-FCABDC975C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9C69EE0-EA60-892E-2BFD-834E0728DF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9FA3547-2294-0265-38D4-FD61BF16F0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9A320-48C6-4147-8195-A420490A3B76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2FD897C-FFA2-23D2-9B1A-01AED4F73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96EFC07-0DC8-1432-4A65-6A058796E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1E7A-B525-4C0F-92DA-5B8123E076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955500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2000">
        <p159:morph option="byObject"/>
      </p:transition>
    </mc:Choice>
    <mc:Fallback>
      <p:transition spd="slow" advTm="200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68E3EE-8A2A-394B-4A0F-2B12EF84A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112B0A7-51BC-E157-A6B5-0F1E49FE6D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5AE06FC-86FE-0603-72CC-617965C1C2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9A320-48C6-4147-8195-A420490A3B76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EC07D6B-1D59-2FF9-2A20-436DDAD58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696011F-8AFE-A3BF-475E-688832687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1E7A-B525-4C0F-92DA-5B8123E076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67417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2000">
        <p159:morph option="byObject"/>
      </p:transition>
    </mc:Choice>
    <mc:Fallback>
      <p:transition spd="slow" advTm="200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345AE37-B430-425A-0917-567CF4598A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03A3F66-301A-7743-3213-3FD3AA57E6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0FF0332-F440-83D7-8352-9D68F820F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9A320-48C6-4147-8195-A420490A3B76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3512CD4-97F9-D357-68A4-6995FA7B9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B0825A-ABEE-5A30-7279-25CCABEA6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DA1E7A-B525-4C0F-92DA-5B8123E076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359227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2000">
        <p159:morph option="byObject"/>
      </p:transition>
    </mc:Choice>
    <mc:Fallback>
      <p:transition spd="slow" advTm="200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9D5049A-4D16-B285-B293-1409A4B08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A4BEA1CE-3867-8842-95CC-6F93DCF34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AFA7484-850C-717F-F79C-14A29BBA11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79A320-48C6-4147-8195-A420490A3B76}" type="datetimeFigureOut">
              <a:rPr lang="ru-RU" smtClean="0"/>
              <a:t>16.02.2026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B9A9FCC-2536-B1AC-6A64-A4EE7D9CE5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3A756A8-1491-8A27-D604-B4B2711FA1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DA1E7A-B525-4C0F-92DA-5B8123E0761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6738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mc:AlternateContent xmlns:mc="http://schemas.openxmlformats.org/markup-compatibility/2006">
    <mc:Choice xmlns:p159="http://schemas.microsoft.com/office/powerpoint/2015/09/main" Requires="p159">
      <p:transition spd="slow" advTm="2000">
        <p159:morph option="byObject"/>
      </p:transition>
    </mc:Choice>
    <mc:Fallback>
      <p:transition spd="slow" advTm="200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EAB71-C5FC-B644-4D67-0629CA3A8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59EC1623-CE67-8F18-728B-3A928C9F7B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41649"/>
            <a:ext cx="9144000" cy="311020"/>
          </a:xfrm>
        </p:spPr>
        <p:txBody>
          <a:bodyPr>
            <a:normAutofit fontScale="90000"/>
          </a:bodyPr>
          <a:lstStyle/>
          <a:p>
            <a:r>
              <a:rPr lang="ru-RU" sz="1800" dirty="0">
                <a:latin typeface="Segoe UI" panose="020B0502040204020203" pitchFamily="34" charset="0"/>
                <a:cs typeface="Segoe UI" panose="020B0502040204020203" pitchFamily="34" charset="0"/>
              </a:rPr>
              <a:t>Командир батальона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89AB172-79CA-8B7C-32AA-0E85F96884C4}"/>
              </a:ext>
            </a:extLst>
          </p:cNvPr>
          <p:cNvSpPr txBox="1"/>
          <p:nvPr/>
        </p:nvSpPr>
        <p:spPr>
          <a:xfrm>
            <a:off x="3219450" y="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b="1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Мотострелковый батальон армии СССР</a:t>
            </a:r>
            <a:endParaRPr lang="ru-RU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83385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2000">
        <p159:morph option="byObject"/>
      </p:transition>
    </mc:Choice>
    <mc:Fallback>
      <p:transition spd="slow" advTm="2000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FEB2ED-2999-BB24-3E2B-FCF6561872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7CED7342-1522-F498-0F38-C9A20F76D9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1992" y="322279"/>
            <a:ext cx="9144000" cy="311020"/>
          </a:xfrm>
          <a:solidFill>
            <a:schemeClr val="bg1"/>
          </a:solidFill>
          <a:ln w="19050">
            <a:noFill/>
          </a:ln>
        </p:spPr>
        <p:txBody>
          <a:bodyPr>
            <a:normAutofit fontScale="90000"/>
          </a:bodyPr>
          <a:lstStyle/>
          <a:p>
            <a:r>
              <a:rPr lang="ru-RU" sz="1800" dirty="0">
                <a:latin typeface="Segoe UI" panose="020B0502040204020203" pitchFamily="34" charset="0"/>
                <a:cs typeface="Segoe UI" panose="020B0502040204020203" pitchFamily="34" charset="0"/>
              </a:rPr>
              <a:t>Командир батальона</a:t>
            </a:r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4A7CE2D3-5FC3-60B4-A07D-EA77A8E72416}"/>
              </a:ext>
            </a:extLst>
          </p:cNvPr>
          <p:cNvCxnSpPr>
            <a:cxnSpLocks/>
          </p:cNvCxnSpPr>
          <p:nvPr/>
        </p:nvCxnSpPr>
        <p:spPr>
          <a:xfrm>
            <a:off x="743342" y="658180"/>
            <a:ext cx="107053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A0F0CD1F-D7A7-2F1F-CD82-323B43595CE2}"/>
              </a:ext>
            </a:extLst>
          </p:cNvPr>
          <p:cNvCxnSpPr>
            <a:cxnSpLocks/>
          </p:cNvCxnSpPr>
          <p:nvPr/>
        </p:nvCxnSpPr>
        <p:spPr>
          <a:xfrm>
            <a:off x="743342" y="658180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124A7186-DBDF-BC14-936D-BD00ACF98499}"/>
              </a:ext>
            </a:extLst>
          </p:cNvPr>
          <p:cNvCxnSpPr>
            <a:cxnSpLocks/>
          </p:cNvCxnSpPr>
          <p:nvPr/>
        </p:nvCxnSpPr>
        <p:spPr>
          <a:xfrm>
            <a:off x="1807029" y="658180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3A05DDF3-705F-5B44-6AD1-80D80696BF8A}"/>
              </a:ext>
            </a:extLst>
          </p:cNvPr>
          <p:cNvCxnSpPr>
            <a:cxnSpLocks/>
          </p:cNvCxnSpPr>
          <p:nvPr/>
        </p:nvCxnSpPr>
        <p:spPr>
          <a:xfrm>
            <a:off x="3050042" y="664407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F102C52D-90A2-689F-5C13-2BF011AFD161}"/>
              </a:ext>
            </a:extLst>
          </p:cNvPr>
          <p:cNvCxnSpPr>
            <a:cxnSpLocks/>
          </p:cNvCxnSpPr>
          <p:nvPr/>
        </p:nvCxnSpPr>
        <p:spPr>
          <a:xfrm>
            <a:off x="4678817" y="664407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DFAA8991-D3F5-5302-C3EB-367BB8CE287B}"/>
              </a:ext>
            </a:extLst>
          </p:cNvPr>
          <p:cNvCxnSpPr>
            <a:cxnSpLocks/>
          </p:cNvCxnSpPr>
          <p:nvPr/>
        </p:nvCxnSpPr>
        <p:spPr>
          <a:xfrm>
            <a:off x="5822307" y="664407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5797328C-07FA-A005-0E56-4FBAE5FA2C6B}"/>
              </a:ext>
            </a:extLst>
          </p:cNvPr>
          <p:cNvCxnSpPr>
            <a:cxnSpLocks/>
          </p:cNvCxnSpPr>
          <p:nvPr/>
        </p:nvCxnSpPr>
        <p:spPr>
          <a:xfrm>
            <a:off x="7274769" y="658180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8B6EC0B6-F492-0DE7-5D9E-A401AD84FBBD}"/>
              </a:ext>
            </a:extLst>
          </p:cNvPr>
          <p:cNvCxnSpPr>
            <a:cxnSpLocks/>
          </p:cNvCxnSpPr>
          <p:nvPr/>
        </p:nvCxnSpPr>
        <p:spPr>
          <a:xfrm>
            <a:off x="8954278" y="664407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43463594-9FA3-BDEC-3656-9971A36B4254}"/>
              </a:ext>
            </a:extLst>
          </p:cNvPr>
          <p:cNvCxnSpPr>
            <a:cxnSpLocks/>
          </p:cNvCxnSpPr>
          <p:nvPr/>
        </p:nvCxnSpPr>
        <p:spPr>
          <a:xfrm>
            <a:off x="10191845" y="659786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D8874DD3-4DBB-4621-0ACC-CB078E93BD89}"/>
              </a:ext>
            </a:extLst>
          </p:cNvPr>
          <p:cNvCxnSpPr>
            <a:cxnSpLocks/>
          </p:cNvCxnSpPr>
          <p:nvPr/>
        </p:nvCxnSpPr>
        <p:spPr>
          <a:xfrm>
            <a:off x="11448658" y="664549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>
            <a:extLst>
              <a:ext uri="{FF2B5EF4-FFF2-40B4-BE49-F238E27FC236}">
                <a16:creationId xmlns:a16="http://schemas.microsoft.com/office/drawing/2014/main" id="{B41139EF-9358-EE57-4600-7090AEF2DC35}"/>
              </a:ext>
            </a:extLst>
          </p:cNvPr>
          <p:cNvCxnSpPr>
            <a:cxnSpLocks/>
          </p:cNvCxnSpPr>
          <p:nvPr/>
        </p:nvCxnSpPr>
        <p:spPr>
          <a:xfrm>
            <a:off x="6096000" y="560731"/>
            <a:ext cx="0" cy="10381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D61888D-FFCC-9E91-DBF9-CF0C6300A727}"/>
              </a:ext>
            </a:extLst>
          </p:cNvPr>
          <p:cNvSpPr/>
          <p:nvPr/>
        </p:nvSpPr>
        <p:spPr>
          <a:xfrm>
            <a:off x="84078" y="822814"/>
            <a:ext cx="1314446" cy="406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управление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E8D852C-3529-469E-FDA7-476A94A6FFA9}"/>
              </a:ext>
            </a:extLst>
          </p:cNvPr>
          <p:cNvSpPr/>
          <p:nvPr/>
        </p:nvSpPr>
        <p:spPr>
          <a:xfrm>
            <a:off x="1567841" y="822814"/>
            <a:ext cx="667814" cy="406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штаб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8F40D5FE-AFCA-FD6F-AD01-C2B2215E54ED}"/>
              </a:ext>
            </a:extLst>
          </p:cNvPr>
          <p:cNvGrpSpPr/>
          <p:nvPr/>
        </p:nvGrpSpPr>
        <p:grpSpPr>
          <a:xfrm>
            <a:off x="2438094" y="806682"/>
            <a:ext cx="1609659" cy="492614"/>
            <a:chOff x="1730441" y="3429000"/>
            <a:chExt cx="1363042" cy="492614"/>
          </a:xfrm>
          <a:solidFill>
            <a:schemeClr val="bg1"/>
          </a:solidFill>
        </p:grpSpPr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6CA77930-88A9-E993-0C8D-453D9A30EBA0}"/>
                </a:ext>
              </a:extLst>
            </p:cNvPr>
            <p:cNvSpPr/>
            <p:nvPr/>
          </p:nvSpPr>
          <p:spPr>
            <a:xfrm>
              <a:off x="1779037" y="3429000"/>
              <a:ext cx="1314446" cy="4064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9657E89C-56F6-3C20-ABAA-94FAE2949AA8}"/>
                </a:ext>
              </a:extLst>
            </p:cNvPr>
            <p:cNvSpPr/>
            <p:nvPr/>
          </p:nvSpPr>
          <p:spPr>
            <a:xfrm>
              <a:off x="1730441" y="3515214"/>
              <a:ext cx="1314446" cy="4064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kern="0" dirty="0">
                  <a:solidFill>
                    <a:schemeClr val="tx1"/>
                  </a:solidFill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мотострелковая рота х3</a:t>
              </a:r>
              <a:endParaRPr lang="ru-RU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312EC703-7B20-92E0-9008-93BDED8C089D}"/>
              </a:ext>
            </a:extLst>
          </p:cNvPr>
          <p:cNvSpPr/>
          <p:nvPr/>
        </p:nvSpPr>
        <p:spPr>
          <a:xfrm>
            <a:off x="4304641" y="822814"/>
            <a:ext cx="748351" cy="406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взвод связи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29C5074-A423-A4DE-EFEA-7DDBA42689BF}"/>
              </a:ext>
            </a:extLst>
          </p:cNvPr>
          <p:cNvSpPr/>
          <p:nvPr/>
        </p:nvSpPr>
        <p:spPr>
          <a:xfrm>
            <a:off x="5202007" y="815322"/>
            <a:ext cx="1257891" cy="406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минометная батарея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41653966-1490-02D6-390A-E4FA5ABFF32B}"/>
              </a:ext>
            </a:extLst>
          </p:cNvPr>
          <p:cNvSpPr/>
          <p:nvPr/>
        </p:nvSpPr>
        <p:spPr>
          <a:xfrm>
            <a:off x="6531819" y="813716"/>
            <a:ext cx="1679506" cy="406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противотанковый взвод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3563E58D-A85B-BA62-C4B8-95DC8399E222}"/>
              </a:ext>
            </a:extLst>
          </p:cNvPr>
          <p:cNvSpPr/>
          <p:nvPr/>
        </p:nvSpPr>
        <p:spPr>
          <a:xfrm>
            <a:off x="8264061" y="813716"/>
            <a:ext cx="1384181" cy="73866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отделение технического обслуживания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8E48103D-6904-D1C3-11A6-57318BE0774C}"/>
              </a:ext>
            </a:extLst>
          </p:cNvPr>
          <p:cNvSpPr/>
          <p:nvPr/>
        </p:nvSpPr>
        <p:spPr>
          <a:xfrm>
            <a:off x="9786439" y="833541"/>
            <a:ext cx="828424" cy="73866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взвод снабжения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601DA194-593D-436C-D51E-A4CBB271722F}"/>
              </a:ext>
            </a:extLst>
          </p:cNvPr>
          <p:cNvSpPr/>
          <p:nvPr/>
        </p:nvSpPr>
        <p:spPr>
          <a:xfrm>
            <a:off x="10854303" y="820085"/>
            <a:ext cx="1309603" cy="73866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батальонный медицинский пункт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8A445EA-36CC-121C-D679-1A6C0C02989C}"/>
              </a:ext>
            </a:extLst>
          </p:cNvPr>
          <p:cNvSpPr txBox="1"/>
          <p:nvPr/>
        </p:nvSpPr>
        <p:spPr>
          <a:xfrm>
            <a:off x="3219450" y="0"/>
            <a:ext cx="6096000" cy="369332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z="1800" b="1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Мотострелковый батальон армии СССР</a:t>
            </a:r>
            <a:endParaRPr lang="ru-RU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71388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22000">
        <p159:morph option="byObject"/>
      </p:transition>
    </mc:Choice>
    <mc:Fallback>
      <p:transition spd="slow" advTm="2200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E19952-0362-F62E-D20B-4ECC760D6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CB6934F7-8EC8-E0E7-4C74-81FB6881F1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1992" y="322279"/>
            <a:ext cx="9144000" cy="311020"/>
          </a:xfrm>
          <a:solidFill>
            <a:schemeClr val="bg1"/>
          </a:solidFill>
          <a:ln w="19050">
            <a:noFill/>
          </a:ln>
        </p:spPr>
        <p:txBody>
          <a:bodyPr>
            <a:normAutofit fontScale="90000"/>
          </a:bodyPr>
          <a:lstStyle/>
          <a:p>
            <a:r>
              <a:rPr lang="ru-RU" sz="1800" dirty="0">
                <a:latin typeface="Segoe UI" panose="020B0502040204020203" pitchFamily="34" charset="0"/>
                <a:cs typeface="Segoe UI" panose="020B0502040204020203" pitchFamily="34" charset="0"/>
              </a:rPr>
              <a:t>Командир батальона</a:t>
            </a:r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EE98BC41-D01C-0FDB-808C-2275803D9873}"/>
              </a:ext>
            </a:extLst>
          </p:cNvPr>
          <p:cNvCxnSpPr>
            <a:cxnSpLocks/>
          </p:cNvCxnSpPr>
          <p:nvPr/>
        </p:nvCxnSpPr>
        <p:spPr>
          <a:xfrm>
            <a:off x="743342" y="658180"/>
            <a:ext cx="107053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C782AED9-9C06-AB8E-B11E-8D1EFC7DE0CE}"/>
              </a:ext>
            </a:extLst>
          </p:cNvPr>
          <p:cNvCxnSpPr>
            <a:cxnSpLocks/>
          </p:cNvCxnSpPr>
          <p:nvPr/>
        </p:nvCxnSpPr>
        <p:spPr>
          <a:xfrm>
            <a:off x="743342" y="658180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EAFA34A7-4C8D-AAB7-580E-CEBB51050B9E}"/>
              </a:ext>
            </a:extLst>
          </p:cNvPr>
          <p:cNvCxnSpPr>
            <a:cxnSpLocks/>
          </p:cNvCxnSpPr>
          <p:nvPr/>
        </p:nvCxnSpPr>
        <p:spPr>
          <a:xfrm>
            <a:off x="1807029" y="658180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D1356FEB-535C-B428-F3E6-F9A0A143AFEA}"/>
              </a:ext>
            </a:extLst>
          </p:cNvPr>
          <p:cNvCxnSpPr>
            <a:cxnSpLocks/>
          </p:cNvCxnSpPr>
          <p:nvPr/>
        </p:nvCxnSpPr>
        <p:spPr>
          <a:xfrm>
            <a:off x="3050042" y="664407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4F170D63-AB95-8E68-7DE8-9C4B738C7C0D}"/>
              </a:ext>
            </a:extLst>
          </p:cNvPr>
          <p:cNvCxnSpPr>
            <a:cxnSpLocks/>
          </p:cNvCxnSpPr>
          <p:nvPr/>
        </p:nvCxnSpPr>
        <p:spPr>
          <a:xfrm>
            <a:off x="4678817" y="664407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51E86659-7356-0FAE-2013-767579F7FF72}"/>
              </a:ext>
            </a:extLst>
          </p:cNvPr>
          <p:cNvCxnSpPr>
            <a:cxnSpLocks/>
          </p:cNvCxnSpPr>
          <p:nvPr/>
        </p:nvCxnSpPr>
        <p:spPr>
          <a:xfrm>
            <a:off x="5822307" y="664407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C857D734-4FB2-0C44-C1F5-B65497689B70}"/>
              </a:ext>
            </a:extLst>
          </p:cNvPr>
          <p:cNvCxnSpPr>
            <a:cxnSpLocks/>
          </p:cNvCxnSpPr>
          <p:nvPr/>
        </p:nvCxnSpPr>
        <p:spPr>
          <a:xfrm>
            <a:off x="7274769" y="658180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DA24A646-9A5E-2B38-C25E-919A800CD477}"/>
              </a:ext>
            </a:extLst>
          </p:cNvPr>
          <p:cNvCxnSpPr>
            <a:cxnSpLocks/>
          </p:cNvCxnSpPr>
          <p:nvPr/>
        </p:nvCxnSpPr>
        <p:spPr>
          <a:xfrm>
            <a:off x="8954278" y="664407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CCCB1B7B-4549-3920-6FE6-5AE306CE106B}"/>
              </a:ext>
            </a:extLst>
          </p:cNvPr>
          <p:cNvCxnSpPr>
            <a:cxnSpLocks/>
          </p:cNvCxnSpPr>
          <p:nvPr/>
        </p:nvCxnSpPr>
        <p:spPr>
          <a:xfrm>
            <a:off x="10191845" y="659786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DFC62735-CDDD-CFE1-3B66-19D12B0A04C5}"/>
              </a:ext>
            </a:extLst>
          </p:cNvPr>
          <p:cNvCxnSpPr>
            <a:cxnSpLocks/>
          </p:cNvCxnSpPr>
          <p:nvPr/>
        </p:nvCxnSpPr>
        <p:spPr>
          <a:xfrm>
            <a:off x="11448658" y="664549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>
            <a:extLst>
              <a:ext uri="{FF2B5EF4-FFF2-40B4-BE49-F238E27FC236}">
                <a16:creationId xmlns:a16="http://schemas.microsoft.com/office/drawing/2014/main" id="{8DE718FE-9098-1B9A-102B-AA44E2BE90A3}"/>
              </a:ext>
            </a:extLst>
          </p:cNvPr>
          <p:cNvCxnSpPr>
            <a:cxnSpLocks/>
          </p:cNvCxnSpPr>
          <p:nvPr/>
        </p:nvCxnSpPr>
        <p:spPr>
          <a:xfrm>
            <a:off x="6096000" y="560731"/>
            <a:ext cx="0" cy="10381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59E07E6-4C0A-2AF6-3E4E-32520B0EF13D}"/>
              </a:ext>
            </a:extLst>
          </p:cNvPr>
          <p:cNvSpPr/>
          <p:nvPr/>
        </p:nvSpPr>
        <p:spPr>
          <a:xfrm>
            <a:off x="84078" y="822814"/>
            <a:ext cx="1314446" cy="406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управление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CD67E94-6823-B4BB-4587-717E68A066A1}"/>
              </a:ext>
            </a:extLst>
          </p:cNvPr>
          <p:cNvSpPr/>
          <p:nvPr/>
        </p:nvSpPr>
        <p:spPr>
          <a:xfrm>
            <a:off x="1567841" y="822814"/>
            <a:ext cx="667814" cy="406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штаб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741ED2AB-B81D-99C1-E056-404B9AB6B46E}"/>
              </a:ext>
            </a:extLst>
          </p:cNvPr>
          <p:cNvGrpSpPr/>
          <p:nvPr/>
        </p:nvGrpSpPr>
        <p:grpSpPr>
          <a:xfrm>
            <a:off x="2438094" y="806682"/>
            <a:ext cx="1609659" cy="492614"/>
            <a:chOff x="1730441" y="3429000"/>
            <a:chExt cx="1363042" cy="492614"/>
          </a:xfrm>
          <a:solidFill>
            <a:schemeClr val="bg1"/>
          </a:solidFill>
        </p:grpSpPr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53B723CA-94A0-453A-E955-3CE5C89B68FB}"/>
                </a:ext>
              </a:extLst>
            </p:cNvPr>
            <p:cNvSpPr/>
            <p:nvPr/>
          </p:nvSpPr>
          <p:spPr>
            <a:xfrm>
              <a:off x="1779037" y="3429000"/>
              <a:ext cx="1314446" cy="4064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DDF06ADD-B17B-18D8-C917-B71DD52A1C4C}"/>
                </a:ext>
              </a:extLst>
            </p:cNvPr>
            <p:cNvSpPr/>
            <p:nvPr/>
          </p:nvSpPr>
          <p:spPr>
            <a:xfrm>
              <a:off x="1730441" y="3515214"/>
              <a:ext cx="1314446" cy="4064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kern="0" dirty="0">
                  <a:solidFill>
                    <a:schemeClr val="tx1"/>
                  </a:solidFill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мотострелковая рота х3</a:t>
              </a:r>
              <a:endParaRPr lang="ru-RU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47F9DD9-2DE8-9EB5-712E-25BA6AB3A7A5}"/>
              </a:ext>
            </a:extLst>
          </p:cNvPr>
          <p:cNvSpPr/>
          <p:nvPr/>
        </p:nvSpPr>
        <p:spPr>
          <a:xfrm>
            <a:off x="4304641" y="822814"/>
            <a:ext cx="748351" cy="406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взвод связи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509B1DB-93CF-3A57-12ED-9FE275624E6E}"/>
              </a:ext>
            </a:extLst>
          </p:cNvPr>
          <p:cNvSpPr/>
          <p:nvPr/>
        </p:nvSpPr>
        <p:spPr>
          <a:xfrm>
            <a:off x="5202007" y="815322"/>
            <a:ext cx="1257891" cy="406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минометная батарея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2CE803F-359A-78DB-2CDE-28EA1DCFD6ED}"/>
              </a:ext>
            </a:extLst>
          </p:cNvPr>
          <p:cNvSpPr/>
          <p:nvPr/>
        </p:nvSpPr>
        <p:spPr>
          <a:xfrm>
            <a:off x="6531819" y="813716"/>
            <a:ext cx="1679506" cy="406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противотанковый взвод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94499D9A-CC60-C458-0019-07449B9E0867}"/>
              </a:ext>
            </a:extLst>
          </p:cNvPr>
          <p:cNvSpPr/>
          <p:nvPr/>
        </p:nvSpPr>
        <p:spPr>
          <a:xfrm>
            <a:off x="8264061" y="813716"/>
            <a:ext cx="1384181" cy="73866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отделение технического обслуживания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772DCDF1-AD67-1D96-76DA-1FD4712F6BE8}"/>
              </a:ext>
            </a:extLst>
          </p:cNvPr>
          <p:cNvSpPr/>
          <p:nvPr/>
        </p:nvSpPr>
        <p:spPr>
          <a:xfrm>
            <a:off x="9786439" y="833541"/>
            <a:ext cx="828424" cy="73866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взвод снабжения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53C682E4-3F61-CCFE-86FC-6B1E44A275C5}"/>
              </a:ext>
            </a:extLst>
          </p:cNvPr>
          <p:cNvSpPr/>
          <p:nvPr/>
        </p:nvSpPr>
        <p:spPr>
          <a:xfrm>
            <a:off x="10854303" y="820085"/>
            <a:ext cx="1309603" cy="73866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батальонный медицинский пункт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6D8C0DB-9952-67DB-9A1F-B12C8159A128}"/>
              </a:ext>
            </a:extLst>
          </p:cNvPr>
          <p:cNvSpPr txBox="1"/>
          <p:nvPr/>
        </p:nvSpPr>
        <p:spPr>
          <a:xfrm>
            <a:off x="3219450" y="0"/>
            <a:ext cx="6096000" cy="369332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z="1800" b="1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Мотострелковый батальон армии СССР</a:t>
            </a:r>
            <a:endParaRPr lang="ru-RU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DAEF20-0021-3D41-1789-4805A145CE2C}"/>
              </a:ext>
            </a:extLst>
          </p:cNvPr>
          <p:cNvSpPr txBox="1"/>
          <p:nvPr/>
        </p:nvSpPr>
        <p:spPr>
          <a:xfrm>
            <a:off x="847707" y="1353569"/>
            <a:ext cx="568385" cy="21544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8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комбат</a:t>
            </a:r>
            <a:endParaRPr lang="ru-RU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490811-5429-1627-865A-3F389E9447F5}"/>
              </a:ext>
            </a:extLst>
          </p:cNvPr>
          <p:cNvSpPr txBox="1"/>
          <p:nvPr/>
        </p:nvSpPr>
        <p:spPr>
          <a:xfrm>
            <a:off x="836730" y="1668662"/>
            <a:ext cx="939960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8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по политической части</a:t>
            </a:r>
            <a:endParaRPr lang="ru-RU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91C2A6-D463-6C1F-57FC-B12551A1DCA1}"/>
              </a:ext>
            </a:extLst>
          </p:cNvPr>
          <p:cNvSpPr txBox="1"/>
          <p:nvPr/>
        </p:nvSpPr>
        <p:spPr>
          <a:xfrm>
            <a:off x="846402" y="2644614"/>
            <a:ext cx="939960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8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по технической части </a:t>
            </a:r>
            <a:endParaRPr lang="ru-RU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FBE4B21-3F5A-2B74-DDCC-7D91CAEF59E0}"/>
              </a:ext>
            </a:extLst>
          </p:cNvPr>
          <p:cNvSpPr txBox="1"/>
          <p:nvPr/>
        </p:nvSpPr>
        <p:spPr>
          <a:xfrm>
            <a:off x="854855" y="2198173"/>
            <a:ext cx="678678" cy="33855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8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техник батальона</a:t>
            </a:r>
            <a:endParaRPr lang="ru-RU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9" name="Соединитель: уступ 28">
            <a:extLst>
              <a:ext uri="{FF2B5EF4-FFF2-40B4-BE49-F238E27FC236}">
                <a16:creationId xmlns:a16="http://schemas.microsoft.com/office/drawing/2014/main" id="{7C42E781-3062-7C11-10FF-C64ED7080CDA}"/>
              </a:ext>
            </a:extLst>
          </p:cNvPr>
          <p:cNvCxnSpPr>
            <a:cxnSpLocks/>
            <a:stCxn id="3" idx="2"/>
            <a:endCxn id="2" idx="1"/>
          </p:cNvCxnSpPr>
          <p:nvPr/>
        </p:nvCxnSpPr>
        <p:spPr>
          <a:xfrm rot="16200000" flipH="1">
            <a:off x="678466" y="1292049"/>
            <a:ext cx="232077" cy="106406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7" name="Соединитель: уступ 196">
            <a:extLst>
              <a:ext uri="{FF2B5EF4-FFF2-40B4-BE49-F238E27FC236}">
                <a16:creationId xmlns:a16="http://schemas.microsoft.com/office/drawing/2014/main" id="{D3251BEB-B565-97C0-C464-C7AFD766E32B}"/>
              </a:ext>
            </a:extLst>
          </p:cNvPr>
          <p:cNvCxnSpPr>
            <a:cxnSpLocks/>
            <a:stCxn id="3" idx="2"/>
            <a:endCxn id="8" idx="1"/>
          </p:cNvCxnSpPr>
          <p:nvPr/>
        </p:nvCxnSpPr>
        <p:spPr>
          <a:xfrm rot="16200000" flipH="1">
            <a:off x="453875" y="1516639"/>
            <a:ext cx="670281" cy="9542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0" name="Соединитель: уступ 199">
            <a:extLst>
              <a:ext uri="{FF2B5EF4-FFF2-40B4-BE49-F238E27FC236}">
                <a16:creationId xmlns:a16="http://schemas.microsoft.com/office/drawing/2014/main" id="{86F050EB-3066-5BE5-EF37-4E36AE3C8A8F}"/>
              </a:ext>
            </a:extLst>
          </p:cNvPr>
          <p:cNvCxnSpPr>
            <a:cxnSpLocks/>
            <a:stCxn id="3" idx="2"/>
            <a:endCxn id="11" idx="1"/>
          </p:cNvCxnSpPr>
          <p:nvPr/>
        </p:nvCxnSpPr>
        <p:spPr>
          <a:xfrm rot="16200000" flipH="1">
            <a:off x="228960" y="1741555"/>
            <a:ext cx="1138236" cy="113554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3" name="Соединитель: уступ 202">
            <a:extLst>
              <a:ext uri="{FF2B5EF4-FFF2-40B4-BE49-F238E27FC236}">
                <a16:creationId xmlns:a16="http://schemas.microsoft.com/office/drawing/2014/main" id="{9F8B95E7-C6A3-8865-0C76-045C2425FE24}"/>
              </a:ext>
            </a:extLst>
          </p:cNvPr>
          <p:cNvCxnSpPr>
            <a:cxnSpLocks/>
            <a:stCxn id="3" idx="2"/>
            <a:endCxn id="9" idx="1"/>
          </p:cNvCxnSpPr>
          <p:nvPr/>
        </p:nvCxnSpPr>
        <p:spPr>
          <a:xfrm rot="16200000" flipH="1">
            <a:off x="-29265" y="1999779"/>
            <a:ext cx="1646233" cy="105101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533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8000">
        <p159:morph option="byObject"/>
      </p:transition>
    </mc:Choice>
    <mc:Fallback>
      <p:transition spd="slow" advTm="80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2AF61-9A8B-D220-E60A-2236F7B88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2DFE0E06-5DD5-C143-6B0E-9B4C8515CF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1992" y="322279"/>
            <a:ext cx="9144000" cy="311020"/>
          </a:xfrm>
          <a:solidFill>
            <a:schemeClr val="bg1"/>
          </a:solidFill>
          <a:ln w="19050">
            <a:noFill/>
          </a:ln>
        </p:spPr>
        <p:txBody>
          <a:bodyPr>
            <a:normAutofit fontScale="90000"/>
          </a:bodyPr>
          <a:lstStyle/>
          <a:p>
            <a:r>
              <a:rPr lang="ru-RU" sz="1800" dirty="0">
                <a:latin typeface="Segoe UI" panose="020B0502040204020203" pitchFamily="34" charset="0"/>
                <a:cs typeface="Segoe UI" panose="020B0502040204020203" pitchFamily="34" charset="0"/>
              </a:rPr>
              <a:t>Командир батальона</a:t>
            </a:r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DAEF322A-A32C-6E5D-B38F-796C0D79F32F}"/>
              </a:ext>
            </a:extLst>
          </p:cNvPr>
          <p:cNvCxnSpPr>
            <a:cxnSpLocks/>
          </p:cNvCxnSpPr>
          <p:nvPr/>
        </p:nvCxnSpPr>
        <p:spPr>
          <a:xfrm>
            <a:off x="743342" y="658180"/>
            <a:ext cx="107053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AB38ADA2-649C-9C02-62CE-14921C476083}"/>
              </a:ext>
            </a:extLst>
          </p:cNvPr>
          <p:cNvCxnSpPr>
            <a:cxnSpLocks/>
          </p:cNvCxnSpPr>
          <p:nvPr/>
        </p:nvCxnSpPr>
        <p:spPr>
          <a:xfrm>
            <a:off x="743342" y="658180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8D74E16D-9CCF-3347-F9D6-7C4FB4F7C1FE}"/>
              </a:ext>
            </a:extLst>
          </p:cNvPr>
          <p:cNvCxnSpPr>
            <a:cxnSpLocks/>
          </p:cNvCxnSpPr>
          <p:nvPr/>
        </p:nvCxnSpPr>
        <p:spPr>
          <a:xfrm>
            <a:off x="1807029" y="658180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76CF9BB0-5104-2841-EC67-7A3DD4EA51DF}"/>
              </a:ext>
            </a:extLst>
          </p:cNvPr>
          <p:cNvCxnSpPr>
            <a:cxnSpLocks/>
          </p:cNvCxnSpPr>
          <p:nvPr/>
        </p:nvCxnSpPr>
        <p:spPr>
          <a:xfrm>
            <a:off x="3050042" y="664407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C733EEE4-303D-E053-F14E-4829A15FBE02}"/>
              </a:ext>
            </a:extLst>
          </p:cNvPr>
          <p:cNvCxnSpPr>
            <a:cxnSpLocks/>
          </p:cNvCxnSpPr>
          <p:nvPr/>
        </p:nvCxnSpPr>
        <p:spPr>
          <a:xfrm>
            <a:off x="4678817" y="664407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B3055BF5-9111-C725-DDA2-4BA45806B3F2}"/>
              </a:ext>
            </a:extLst>
          </p:cNvPr>
          <p:cNvCxnSpPr>
            <a:cxnSpLocks/>
          </p:cNvCxnSpPr>
          <p:nvPr/>
        </p:nvCxnSpPr>
        <p:spPr>
          <a:xfrm>
            <a:off x="5822307" y="664407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F1298281-7AF9-AB13-C3E3-C28AD067E653}"/>
              </a:ext>
            </a:extLst>
          </p:cNvPr>
          <p:cNvCxnSpPr>
            <a:cxnSpLocks/>
          </p:cNvCxnSpPr>
          <p:nvPr/>
        </p:nvCxnSpPr>
        <p:spPr>
          <a:xfrm>
            <a:off x="7274769" y="658180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CD29D296-2486-EC2F-8C2B-DA17F322C91A}"/>
              </a:ext>
            </a:extLst>
          </p:cNvPr>
          <p:cNvCxnSpPr>
            <a:cxnSpLocks/>
          </p:cNvCxnSpPr>
          <p:nvPr/>
        </p:nvCxnSpPr>
        <p:spPr>
          <a:xfrm>
            <a:off x="8954278" y="664407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A9DD801F-5F40-C305-012B-3CFEBE264FB1}"/>
              </a:ext>
            </a:extLst>
          </p:cNvPr>
          <p:cNvCxnSpPr>
            <a:cxnSpLocks/>
          </p:cNvCxnSpPr>
          <p:nvPr/>
        </p:nvCxnSpPr>
        <p:spPr>
          <a:xfrm>
            <a:off x="10191845" y="659786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2193E6C9-37BA-FB5B-F3C5-2DE25942DB97}"/>
              </a:ext>
            </a:extLst>
          </p:cNvPr>
          <p:cNvCxnSpPr>
            <a:cxnSpLocks/>
          </p:cNvCxnSpPr>
          <p:nvPr/>
        </p:nvCxnSpPr>
        <p:spPr>
          <a:xfrm>
            <a:off x="11448658" y="664549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>
            <a:extLst>
              <a:ext uri="{FF2B5EF4-FFF2-40B4-BE49-F238E27FC236}">
                <a16:creationId xmlns:a16="http://schemas.microsoft.com/office/drawing/2014/main" id="{4DFBB340-4BDD-52B8-4B72-8E9D286ADF88}"/>
              </a:ext>
            </a:extLst>
          </p:cNvPr>
          <p:cNvCxnSpPr>
            <a:cxnSpLocks/>
          </p:cNvCxnSpPr>
          <p:nvPr/>
        </p:nvCxnSpPr>
        <p:spPr>
          <a:xfrm>
            <a:off x="6096000" y="560731"/>
            <a:ext cx="0" cy="10381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43CB079B-5E79-F970-8557-C67ACEDF211C}"/>
              </a:ext>
            </a:extLst>
          </p:cNvPr>
          <p:cNvSpPr/>
          <p:nvPr/>
        </p:nvSpPr>
        <p:spPr>
          <a:xfrm>
            <a:off x="84078" y="822814"/>
            <a:ext cx="1314446" cy="406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управление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DDDDEE6-BFE8-DCC8-EA9E-C7AB40F40649}"/>
              </a:ext>
            </a:extLst>
          </p:cNvPr>
          <p:cNvSpPr/>
          <p:nvPr/>
        </p:nvSpPr>
        <p:spPr>
          <a:xfrm>
            <a:off x="1567841" y="822814"/>
            <a:ext cx="667814" cy="406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штаб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D1A029D0-567E-8A41-6613-554E7C884335}"/>
              </a:ext>
            </a:extLst>
          </p:cNvPr>
          <p:cNvGrpSpPr/>
          <p:nvPr/>
        </p:nvGrpSpPr>
        <p:grpSpPr>
          <a:xfrm>
            <a:off x="2438094" y="806682"/>
            <a:ext cx="1609659" cy="492614"/>
            <a:chOff x="1730441" y="3429000"/>
            <a:chExt cx="1363042" cy="492614"/>
          </a:xfrm>
          <a:solidFill>
            <a:schemeClr val="bg1"/>
          </a:solidFill>
        </p:grpSpPr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159519E4-AA74-2984-2E05-9D2476A7D853}"/>
                </a:ext>
              </a:extLst>
            </p:cNvPr>
            <p:cNvSpPr/>
            <p:nvPr/>
          </p:nvSpPr>
          <p:spPr>
            <a:xfrm>
              <a:off x="1779037" y="3429000"/>
              <a:ext cx="1314446" cy="4064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0D795E46-A5BB-F87D-55D3-04B26D76FB3C}"/>
                </a:ext>
              </a:extLst>
            </p:cNvPr>
            <p:cNvSpPr/>
            <p:nvPr/>
          </p:nvSpPr>
          <p:spPr>
            <a:xfrm>
              <a:off x="1730441" y="3515214"/>
              <a:ext cx="1314446" cy="4064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kern="0" dirty="0">
                  <a:solidFill>
                    <a:schemeClr val="tx1"/>
                  </a:solidFill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мотострелковая рота х3</a:t>
              </a:r>
              <a:endParaRPr lang="ru-RU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25274A4A-EA10-7856-ED48-261AD772CE47}"/>
              </a:ext>
            </a:extLst>
          </p:cNvPr>
          <p:cNvSpPr/>
          <p:nvPr/>
        </p:nvSpPr>
        <p:spPr>
          <a:xfrm>
            <a:off x="4304641" y="822814"/>
            <a:ext cx="748351" cy="406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взвод связи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841671A-FDA0-015E-467C-B3D7A50050FB}"/>
              </a:ext>
            </a:extLst>
          </p:cNvPr>
          <p:cNvSpPr/>
          <p:nvPr/>
        </p:nvSpPr>
        <p:spPr>
          <a:xfrm>
            <a:off x="5202007" y="815322"/>
            <a:ext cx="1257891" cy="406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минометная батарея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033C9DD-A2A6-8A90-5C6B-C0739D3BEE4B}"/>
              </a:ext>
            </a:extLst>
          </p:cNvPr>
          <p:cNvSpPr/>
          <p:nvPr/>
        </p:nvSpPr>
        <p:spPr>
          <a:xfrm>
            <a:off x="6531819" y="813716"/>
            <a:ext cx="1679506" cy="406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противотанковый взвод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0868747-5319-0735-DD2E-8C3590C3E402}"/>
              </a:ext>
            </a:extLst>
          </p:cNvPr>
          <p:cNvSpPr/>
          <p:nvPr/>
        </p:nvSpPr>
        <p:spPr>
          <a:xfrm>
            <a:off x="8264061" y="813716"/>
            <a:ext cx="1384181" cy="73866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отделение технического обслуживания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1FA5735D-D547-3D05-C9B1-52C43A61FFCA}"/>
              </a:ext>
            </a:extLst>
          </p:cNvPr>
          <p:cNvSpPr/>
          <p:nvPr/>
        </p:nvSpPr>
        <p:spPr>
          <a:xfrm>
            <a:off x="9786439" y="833541"/>
            <a:ext cx="828424" cy="73866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взвод снабжения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F8F276BC-B1C4-EAE0-516C-1DA4DA1A703F}"/>
              </a:ext>
            </a:extLst>
          </p:cNvPr>
          <p:cNvSpPr/>
          <p:nvPr/>
        </p:nvSpPr>
        <p:spPr>
          <a:xfrm>
            <a:off x="10854303" y="820085"/>
            <a:ext cx="1309603" cy="73866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батальонный медицинский пункт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F92F83E-9F3A-6FC4-461A-342E59FACBE4}"/>
              </a:ext>
            </a:extLst>
          </p:cNvPr>
          <p:cNvSpPr txBox="1"/>
          <p:nvPr/>
        </p:nvSpPr>
        <p:spPr>
          <a:xfrm>
            <a:off x="3219450" y="0"/>
            <a:ext cx="6096000" cy="369332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z="1800" b="1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Мотострелковый батальон армии СССР</a:t>
            </a:r>
            <a:endParaRPr lang="ru-RU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CE5769-8A03-AC28-94EE-DFAE7E2EB8C8}"/>
              </a:ext>
            </a:extLst>
          </p:cNvPr>
          <p:cNvSpPr txBox="1"/>
          <p:nvPr/>
        </p:nvSpPr>
        <p:spPr>
          <a:xfrm>
            <a:off x="847707" y="1353569"/>
            <a:ext cx="568385" cy="21544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8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комбат</a:t>
            </a:r>
            <a:endParaRPr lang="ru-RU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CF670F-2719-0869-7FEF-FBB6BDAA3495}"/>
              </a:ext>
            </a:extLst>
          </p:cNvPr>
          <p:cNvSpPr txBox="1"/>
          <p:nvPr/>
        </p:nvSpPr>
        <p:spPr>
          <a:xfrm>
            <a:off x="836730" y="1668662"/>
            <a:ext cx="939960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8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по политической части</a:t>
            </a:r>
            <a:endParaRPr lang="ru-RU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EB7F8E-6C80-C9B2-E641-6C8B6F6761D5}"/>
              </a:ext>
            </a:extLst>
          </p:cNvPr>
          <p:cNvSpPr txBox="1"/>
          <p:nvPr/>
        </p:nvSpPr>
        <p:spPr>
          <a:xfrm>
            <a:off x="846402" y="2644614"/>
            <a:ext cx="939960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8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по технической части </a:t>
            </a:r>
            <a:endParaRPr lang="ru-RU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DC2963-1C02-91D7-05BE-72997E57A948}"/>
              </a:ext>
            </a:extLst>
          </p:cNvPr>
          <p:cNvSpPr txBox="1"/>
          <p:nvPr/>
        </p:nvSpPr>
        <p:spPr>
          <a:xfrm>
            <a:off x="854855" y="2198173"/>
            <a:ext cx="678678" cy="33855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8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техник батальона</a:t>
            </a:r>
            <a:endParaRPr lang="ru-RU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9" name="Соединитель: уступ 28">
            <a:extLst>
              <a:ext uri="{FF2B5EF4-FFF2-40B4-BE49-F238E27FC236}">
                <a16:creationId xmlns:a16="http://schemas.microsoft.com/office/drawing/2014/main" id="{329D7194-AF09-30E7-13FD-EA4BF99DB6FC}"/>
              </a:ext>
            </a:extLst>
          </p:cNvPr>
          <p:cNvCxnSpPr>
            <a:cxnSpLocks/>
            <a:stCxn id="3" idx="2"/>
            <a:endCxn id="2" idx="1"/>
          </p:cNvCxnSpPr>
          <p:nvPr/>
        </p:nvCxnSpPr>
        <p:spPr>
          <a:xfrm rot="16200000" flipH="1">
            <a:off x="678466" y="1292049"/>
            <a:ext cx="232077" cy="106406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05D736E-E8FC-813B-88B2-24646B6DA56D}"/>
              </a:ext>
            </a:extLst>
          </p:cNvPr>
          <p:cNvSpPr txBox="1"/>
          <p:nvPr/>
        </p:nvSpPr>
        <p:spPr>
          <a:xfrm>
            <a:off x="2069116" y="3766362"/>
            <a:ext cx="898668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начальник штаба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234DE7-062B-AC6C-56E0-D3B636BC0806}"/>
              </a:ext>
            </a:extLst>
          </p:cNvPr>
          <p:cNvSpPr txBox="1"/>
          <p:nvPr/>
        </p:nvSpPr>
        <p:spPr>
          <a:xfrm>
            <a:off x="2061496" y="3231219"/>
            <a:ext cx="990108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начальник связи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9065B19-FA6B-52E1-3FCE-D30DEC2BB905}"/>
              </a:ext>
            </a:extLst>
          </p:cNvPr>
          <p:cNvSpPr txBox="1"/>
          <p:nvPr/>
        </p:nvSpPr>
        <p:spPr>
          <a:xfrm>
            <a:off x="2049938" y="1653148"/>
            <a:ext cx="976286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инструктор-дозиметрист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7EB4493-3B8B-09D8-564B-698B4C53C7E2}"/>
              </a:ext>
            </a:extLst>
          </p:cNvPr>
          <p:cNvSpPr txBox="1"/>
          <p:nvPr/>
        </p:nvSpPr>
        <p:spPr>
          <a:xfrm>
            <a:off x="2062825" y="2831109"/>
            <a:ext cx="678678" cy="2462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писарь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F5BEDBC-5FBC-89D8-672A-4E25E2282F31}"/>
              </a:ext>
            </a:extLst>
          </p:cNvPr>
          <p:cNvSpPr txBox="1"/>
          <p:nvPr/>
        </p:nvSpPr>
        <p:spPr>
          <a:xfrm>
            <a:off x="2061496" y="2181659"/>
            <a:ext cx="906288" cy="55399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води­тел</a:t>
            </a:r>
            <a:r>
              <a:rPr lang="ru-RU" sz="10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ь</a:t>
            </a:r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бронетранспортера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6" name="Соединитель: уступ 45">
            <a:extLst>
              <a:ext uri="{FF2B5EF4-FFF2-40B4-BE49-F238E27FC236}">
                <a16:creationId xmlns:a16="http://schemas.microsoft.com/office/drawing/2014/main" id="{771E41AC-54DC-FFA2-BE98-F27412EE23F9}"/>
              </a:ext>
            </a:extLst>
          </p:cNvPr>
          <p:cNvCxnSpPr>
            <a:cxnSpLocks/>
            <a:stCxn id="4" idx="2"/>
            <a:endCxn id="19" idx="1"/>
          </p:cNvCxnSpPr>
          <p:nvPr/>
        </p:nvCxnSpPr>
        <p:spPr>
          <a:xfrm rot="16200000" flipH="1">
            <a:off x="1119783" y="2011178"/>
            <a:ext cx="1725006" cy="161077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9" name="Соединитель: уступ 48">
            <a:extLst>
              <a:ext uri="{FF2B5EF4-FFF2-40B4-BE49-F238E27FC236}">
                <a16:creationId xmlns:a16="http://schemas.microsoft.com/office/drawing/2014/main" id="{199022A3-9D23-37A9-9993-6D5C844B8925}"/>
              </a:ext>
            </a:extLst>
          </p:cNvPr>
          <p:cNvCxnSpPr>
            <a:cxnSpLocks/>
            <a:stCxn id="4" idx="2"/>
            <a:endCxn id="18" idx="1"/>
          </p:cNvCxnSpPr>
          <p:nvPr/>
        </p:nvCxnSpPr>
        <p:spPr>
          <a:xfrm rot="16200000" flipH="1">
            <a:off x="1663849" y="1467113"/>
            <a:ext cx="623989" cy="148190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4" name="Соединитель: уступ 53">
            <a:extLst>
              <a:ext uri="{FF2B5EF4-FFF2-40B4-BE49-F238E27FC236}">
                <a16:creationId xmlns:a16="http://schemas.microsoft.com/office/drawing/2014/main" id="{09267A11-C006-CC47-8C2B-88C899A0A3FE}"/>
              </a:ext>
            </a:extLst>
          </p:cNvPr>
          <p:cNvCxnSpPr>
            <a:cxnSpLocks/>
            <a:stCxn id="4" idx="2"/>
            <a:endCxn id="15" idx="1"/>
          </p:cNvCxnSpPr>
          <p:nvPr/>
        </p:nvCxnSpPr>
        <p:spPr>
          <a:xfrm rot="16200000" flipH="1">
            <a:off x="616831" y="2514131"/>
            <a:ext cx="2737203" cy="167368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8" name="Соединитель: уступ 57">
            <a:extLst>
              <a:ext uri="{FF2B5EF4-FFF2-40B4-BE49-F238E27FC236}">
                <a16:creationId xmlns:a16="http://schemas.microsoft.com/office/drawing/2014/main" id="{27C7DE2B-97F6-DF26-4561-813327AB5A2B}"/>
              </a:ext>
            </a:extLst>
          </p:cNvPr>
          <p:cNvCxnSpPr>
            <a:cxnSpLocks/>
            <a:stCxn id="4" idx="2"/>
            <a:endCxn id="17" idx="1"/>
          </p:cNvCxnSpPr>
          <p:nvPr/>
        </p:nvCxnSpPr>
        <p:spPr>
          <a:xfrm rot="16200000" flipH="1">
            <a:off x="880592" y="2250370"/>
            <a:ext cx="2202060" cy="159748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3" name="Соединитель: уступ 62">
            <a:extLst>
              <a:ext uri="{FF2B5EF4-FFF2-40B4-BE49-F238E27FC236}">
                <a16:creationId xmlns:a16="http://schemas.microsoft.com/office/drawing/2014/main" id="{C9E5CA0F-292F-1400-B402-C49699EDDD51}"/>
              </a:ext>
            </a:extLst>
          </p:cNvPr>
          <p:cNvCxnSpPr>
            <a:cxnSpLocks/>
            <a:stCxn id="4" idx="2"/>
            <a:endCxn id="21" idx="1"/>
          </p:cNvCxnSpPr>
          <p:nvPr/>
        </p:nvCxnSpPr>
        <p:spPr>
          <a:xfrm rot="16200000" flipH="1">
            <a:off x="1366900" y="1764062"/>
            <a:ext cx="1229444" cy="159748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BD03470C-8649-17A7-88A6-84A2D8B248D3}"/>
              </a:ext>
            </a:extLst>
          </p:cNvPr>
          <p:cNvSpPr txBox="1"/>
          <p:nvPr/>
        </p:nvSpPr>
        <p:spPr>
          <a:xfrm>
            <a:off x="2068623" y="4290885"/>
            <a:ext cx="545306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9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взво­д связи</a:t>
            </a:r>
            <a:endParaRPr lang="ru-RU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73" name="Соединитель: уступ 72">
            <a:extLst>
              <a:ext uri="{FF2B5EF4-FFF2-40B4-BE49-F238E27FC236}">
                <a16:creationId xmlns:a16="http://schemas.microsoft.com/office/drawing/2014/main" id="{4C9B8938-1512-E521-3DFE-C5EDDD8C8DB0}"/>
              </a:ext>
            </a:extLst>
          </p:cNvPr>
          <p:cNvCxnSpPr>
            <a:cxnSpLocks/>
            <a:stCxn id="4" idx="2"/>
            <a:endCxn id="72" idx="1"/>
          </p:cNvCxnSpPr>
          <p:nvPr/>
        </p:nvCxnSpPr>
        <p:spPr>
          <a:xfrm rot="16200000" flipH="1">
            <a:off x="362017" y="2768944"/>
            <a:ext cx="3246337" cy="166875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7" name="Соединитель: уступ 196">
            <a:extLst>
              <a:ext uri="{FF2B5EF4-FFF2-40B4-BE49-F238E27FC236}">
                <a16:creationId xmlns:a16="http://schemas.microsoft.com/office/drawing/2014/main" id="{E33CB9D0-1FE3-CF1F-B8FF-9749950CDEAD}"/>
              </a:ext>
            </a:extLst>
          </p:cNvPr>
          <p:cNvCxnSpPr>
            <a:cxnSpLocks/>
            <a:stCxn id="3" idx="2"/>
            <a:endCxn id="8" idx="1"/>
          </p:cNvCxnSpPr>
          <p:nvPr/>
        </p:nvCxnSpPr>
        <p:spPr>
          <a:xfrm rot="16200000" flipH="1">
            <a:off x="453875" y="1516639"/>
            <a:ext cx="670281" cy="9542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0" name="Соединитель: уступ 199">
            <a:extLst>
              <a:ext uri="{FF2B5EF4-FFF2-40B4-BE49-F238E27FC236}">
                <a16:creationId xmlns:a16="http://schemas.microsoft.com/office/drawing/2014/main" id="{4DFDAD1F-9DAF-25F7-84D9-7163E20E867B}"/>
              </a:ext>
            </a:extLst>
          </p:cNvPr>
          <p:cNvCxnSpPr>
            <a:cxnSpLocks/>
            <a:stCxn id="3" idx="2"/>
            <a:endCxn id="11" idx="1"/>
          </p:cNvCxnSpPr>
          <p:nvPr/>
        </p:nvCxnSpPr>
        <p:spPr>
          <a:xfrm rot="16200000" flipH="1">
            <a:off x="228960" y="1741555"/>
            <a:ext cx="1138236" cy="113554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3" name="Соединитель: уступ 202">
            <a:extLst>
              <a:ext uri="{FF2B5EF4-FFF2-40B4-BE49-F238E27FC236}">
                <a16:creationId xmlns:a16="http://schemas.microsoft.com/office/drawing/2014/main" id="{C9C4F437-561A-6753-F503-A98543938541}"/>
              </a:ext>
            </a:extLst>
          </p:cNvPr>
          <p:cNvCxnSpPr>
            <a:cxnSpLocks/>
            <a:stCxn id="3" idx="2"/>
            <a:endCxn id="9" idx="1"/>
          </p:cNvCxnSpPr>
          <p:nvPr/>
        </p:nvCxnSpPr>
        <p:spPr>
          <a:xfrm rot="16200000" flipH="1">
            <a:off x="-29265" y="1999779"/>
            <a:ext cx="1646233" cy="105101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48878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11000">
        <p159:morph option="byObject"/>
      </p:transition>
    </mc:Choice>
    <mc:Fallback>
      <p:transition spd="slow" advTm="110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B43F7-B942-9D8C-91A1-050EF9428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EC36F519-7312-F7AF-4BC0-B5CEC1240E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1992" y="322279"/>
            <a:ext cx="9144000" cy="311020"/>
          </a:xfrm>
          <a:solidFill>
            <a:schemeClr val="bg1"/>
          </a:solidFill>
          <a:ln w="19050">
            <a:noFill/>
          </a:ln>
        </p:spPr>
        <p:txBody>
          <a:bodyPr>
            <a:normAutofit fontScale="90000"/>
          </a:bodyPr>
          <a:lstStyle/>
          <a:p>
            <a:r>
              <a:rPr lang="ru-RU" sz="1800" dirty="0">
                <a:latin typeface="Segoe UI" panose="020B0502040204020203" pitchFamily="34" charset="0"/>
                <a:cs typeface="Segoe UI" panose="020B0502040204020203" pitchFamily="34" charset="0"/>
              </a:rPr>
              <a:t>Командир батальона</a:t>
            </a:r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083A1038-4CB1-87D6-A723-5D12C7B82911}"/>
              </a:ext>
            </a:extLst>
          </p:cNvPr>
          <p:cNvCxnSpPr>
            <a:cxnSpLocks/>
          </p:cNvCxnSpPr>
          <p:nvPr/>
        </p:nvCxnSpPr>
        <p:spPr>
          <a:xfrm>
            <a:off x="743342" y="658180"/>
            <a:ext cx="107053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7310DCE4-7EFD-6CF1-0939-7A5DD0E3E557}"/>
              </a:ext>
            </a:extLst>
          </p:cNvPr>
          <p:cNvCxnSpPr>
            <a:cxnSpLocks/>
          </p:cNvCxnSpPr>
          <p:nvPr/>
        </p:nvCxnSpPr>
        <p:spPr>
          <a:xfrm>
            <a:off x="743342" y="658180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14377E26-3900-0284-2ED9-A6F0BCAFDD24}"/>
              </a:ext>
            </a:extLst>
          </p:cNvPr>
          <p:cNvCxnSpPr>
            <a:cxnSpLocks/>
          </p:cNvCxnSpPr>
          <p:nvPr/>
        </p:nvCxnSpPr>
        <p:spPr>
          <a:xfrm>
            <a:off x="1807029" y="658180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780D164C-4AB1-1D81-D960-F8DA8E5975E3}"/>
              </a:ext>
            </a:extLst>
          </p:cNvPr>
          <p:cNvCxnSpPr>
            <a:cxnSpLocks/>
          </p:cNvCxnSpPr>
          <p:nvPr/>
        </p:nvCxnSpPr>
        <p:spPr>
          <a:xfrm>
            <a:off x="3050042" y="664407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A8AD349B-1996-F777-C123-DD9742479D3E}"/>
              </a:ext>
            </a:extLst>
          </p:cNvPr>
          <p:cNvCxnSpPr>
            <a:cxnSpLocks/>
          </p:cNvCxnSpPr>
          <p:nvPr/>
        </p:nvCxnSpPr>
        <p:spPr>
          <a:xfrm>
            <a:off x="4678817" y="664407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EC315467-E6F7-2E2F-896A-B94723DBF0AA}"/>
              </a:ext>
            </a:extLst>
          </p:cNvPr>
          <p:cNvCxnSpPr>
            <a:cxnSpLocks/>
          </p:cNvCxnSpPr>
          <p:nvPr/>
        </p:nvCxnSpPr>
        <p:spPr>
          <a:xfrm>
            <a:off x="5822307" y="664407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258B4C84-E369-D783-0C7A-A6DF0721FFE4}"/>
              </a:ext>
            </a:extLst>
          </p:cNvPr>
          <p:cNvCxnSpPr>
            <a:cxnSpLocks/>
          </p:cNvCxnSpPr>
          <p:nvPr/>
        </p:nvCxnSpPr>
        <p:spPr>
          <a:xfrm>
            <a:off x="7274769" y="658180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50279A4F-8397-C00A-5ADF-2FFB9768263F}"/>
              </a:ext>
            </a:extLst>
          </p:cNvPr>
          <p:cNvCxnSpPr>
            <a:cxnSpLocks/>
          </p:cNvCxnSpPr>
          <p:nvPr/>
        </p:nvCxnSpPr>
        <p:spPr>
          <a:xfrm>
            <a:off x="8954278" y="664407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7E381D5C-59A4-3859-05EC-E5BCB75D08BF}"/>
              </a:ext>
            </a:extLst>
          </p:cNvPr>
          <p:cNvCxnSpPr>
            <a:cxnSpLocks/>
          </p:cNvCxnSpPr>
          <p:nvPr/>
        </p:nvCxnSpPr>
        <p:spPr>
          <a:xfrm>
            <a:off x="10191845" y="659786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41CE39E8-6C47-8444-04CD-734A18D24441}"/>
              </a:ext>
            </a:extLst>
          </p:cNvPr>
          <p:cNvCxnSpPr>
            <a:cxnSpLocks/>
          </p:cNvCxnSpPr>
          <p:nvPr/>
        </p:nvCxnSpPr>
        <p:spPr>
          <a:xfrm>
            <a:off x="11448658" y="664549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>
            <a:extLst>
              <a:ext uri="{FF2B5EF4-FFF2-40B4-BE49-F238E27FC236}">
                <a16:creationId xmlns:a16="http://schemas.microsoft.com/office/drawing/2014/main" id="{01C9BFB1-8AD6-220F-4DA0-A6DA61471679}"/>
              </a:ext>
            </a:extLst>
          </p:cNvPr>
          <p:cNvCxnSpPr>
            <a:cxnSpLocks/>
          </p:cNvCxnSpPr>
          <p:nvPr/>
        </p:nvCxnSpPr>
        <p:spPr>
          <a:xfrm>
            <a:off x="6096000" y="560731"/>
            <a:ext cx="0" cy="10381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9E2854F-F074-D718-4429-FDC2889DDC35}"/>
              </a:ext>
            </a:extLst>
          </p:cNvPr>
          <p:cNvSpPr/>
          <p:nvPr/>
        </p:nvSpPr>
        <p:spPr>
          <a:xfrm>
            <a:off x="84078" y="822814"/>
            <a:ext cx="1314446" cy="406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управление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15D21B0-DB9D-9C8C-2714-7A9D34DC5492}"/>
              </a:ext>
            </a:extLst>
          </p:cNvPr>
          <p:cNvSpPr/>
          <p:nvPr/>
        </p:nvSpPr>
        <p:spPr>
          <a:xfrm>
            <a:off x="1567841" y="822814"/>
            <a:ext cx="667814" cy="406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штаб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3A78859E-1AFB-01D1-7DF3-296E6CE208D0}"/>
              </a:ext>
            </a:extLst>
          </p:cNvPr>
          <p:cNvGrpSpPr/>
          <p:nvPr/>
        </p:nvGrpSpPr>
        <p:grpSpPr>
          <a:xfrm>
            <a:off x="2438094" y="806682"/>
            <a:ext cx="1609659" cy="492614"/>
            <a:chOff x="1730441" y="3429000"/>
            <a:chExt cx="1363042" cy="492614"/>
          </a:xfrm>
          <a:solidFill>
            <a:schemeClr val="bg1"/>
          </a:solidFill>
        </p:grpSpPr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1FE42B0E-5C2F-23FD-4EAF-0662EA306B36}"/>
                </a:ext>
              </a:extLst>
            </p:cNvPr>
            <p:cNvSpPr/>
            <p:nvPr/>
          </p:nvSpPr>
          <p:spPr>
            <a:xfrm>
              <a:off x="1779037" y="3429000"/>
              <a:ext cx="1314446" cy="4064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CAECBC7A-C54E-0F6F-0531-C18EB49098DD}"/>
                </a:ext>
              </a:extLst>
            </p:cNvPr>
            <p:cNvSpPr/>
            <p:nvPr/>
          </p:nvSpPr>
          <p:spPr>
            <a:xfrm>
              <a:off x="1730441" y="3515214"/>
              <a:ext cx="1314446" cy="4064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kern="0" dirty="0">
                  <a:solidFill>
                    <a:schemeClr val="tx1"/>
                  </a:solidFill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мотострелковая рота х3</a:t>
              </a:r>
              <a:endParaRPr lang="ru-RU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E45550A-A57C-429E-9DCC-7D4CBCE242D9}"/>
              </a:ext>
            </a:extLst>
          </p:cNvPr>
          <p:cNvSpPr/>
          <p:nvPr/>
        </p:nvSpPr>
        <p:spPr>
          <a:xfrm>
            <a:off x="4304641" y="822814"/>
            <a:ext cx="748351" cy="406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взвод связи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5037872-AF6F-744E-3710-121C0FF6247B}"/>
              </a:ext>
            </a:extLst>
          </p:cNvPr>
          <p:cNvSpPr/>
          <p:nvPr/>
        </p:nvSpPr>
        <p:spPr>
          <a:xfrm>
            <a:off x="5202007" y="815322"/>
            <a:ext cx="1257891" cy="406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минометная батарея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9F679F89-DF0C-228D-F1DC-E56831AAF473}"/>
              </a:ext>
            </a:extLst>
          </p:cNvPr>
          <p:cNvSpPr/>
          <p:nvPr/>
        </p:nvSpPr>
        <p:spPr>
          <a:xfrm>
            <a:off x="6531819" y="813716"/>
            <a:ext cx="1679506" cy="406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противотанковый взвод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83146931-0BFF-3188-6261-E955EFDED37C}"/>
              </a:ext>
            </a:extLst>
          </p:cNvPr>
          <p:cNvSpPr/>
          <p:nvPr/>
        </p:nvSpPr>
        <p:spPr>
          <a:xfrm>
            <a:off x="8264061" y="813716"/>
            <a:ext cx="1384181" cy="73866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отделение технического обслуживания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F0CE5F39-9B6A-07DE-382A-46CA04B9A038}"/>
              </a:ext>
            </a:extLst>
          </p:cNvPr>
          <p:cNvSpPr/>
          <p:nvPr/>
        </p:nvSpPr>
        <p:spPr>
          <a:xfrm>
            <a:off x="9786439" y="833541"/>
            <a:ext cx="828424" cy="73866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взвод снабжения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9E1FB4ED-9CDD-A3E6-FD93-9C24CC9396B1}"/>
              </a:ext>
            </a:extLst>
          </p:cNvPr>
          <p:cNvSpPr/>
          <p:nvPr/>
        </p:nvSpPr>
        <p:spPr>
          <a:xfrm>
            <a:off x="10854303" y="820085"/>
            <a:ext cx="1309603" cy="73866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батальонный медицинский пункт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D2D98F-790D-979B-A585-3CB5658E89C0}"/>
              </a:ext>
            </a:extLst>
          </p:cNvPr>
          <p:cNvSpPr txBox="1"/>
          <p:nvPr/>
        </p:nvSpPr>
        <p:spPr>
          <a:xfrm>
            <a:off x="3219450" y="0"/>
            <a:ext cx="6096000" cy="369332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z="1800" b="1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Мотострелковый батальон армии СССР</a:t>
            </a:r>
            <a:endParaRPr lang="ru-RU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A9F4871-AF80-77EE-0F1C-48E7FEE4961C}"/>
              </a:ext>
            </a:extLst>
          </p:cNvPr>
          <p:cNvSpPr txBox="1"/>
          <p:nvPr/>
        </p:nvSpPr>
        <p:spPr>
          <a:xfrm>
            <a:off x="847707" y="1353569"/>
            <a:ext cx="568385" cy="21544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8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комбат</a:t>
            </a:r>
            <a:endParaRPr lang="ru-RU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196C9B-3367-4B70-99F4-223014CCEBEA}"/>
              </a:ext>
            </a:extLst>
          </p:cNvPr>
          <p:cNvSpPr txBox="1"/>
          <p:nvPr/>
        </p:nvSpPr>
        <p:spPr>
          <a:xfrm>
            <a:off x="836730" y="1668662"/>
            <a:ext cx="939960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8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по политической части</a:t>
            </a:r>
            <a:endParaRPr lang="ru-RU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FA4F333-091A-A222-CBF6-819EB0C531D7}"/>
              </a:ext>
            </a:extLst>
          </p:cNvPr>
          <p:cNvSpPr txBox="1"/>
          <p:nvPr/>
        </p:nvSpPr>
        <p:spPr>
          <a:xfrm>
            <a:off x="846402" y="2644614"/>
            <a:ext cx="939960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8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по технической части </a:t>
            </a:r>
            <a:endParaRPr lang="ru-RU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48221E-2D08-9B2C-F3AA-1652922BC9CC}"/>
              </a:ext>
            </a:extLst>
          </p:cNvPr>
          <p:cNvSpPr txBox="1"/>
          <p:nvPr/>
        </p:nvSpPr>
        <p:spPr>
          <a:xfrm>
            <a:off x="854855" y="2198173"/>
            <a:ext cx="678678" cy="33855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8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техник батальона</a:t>
            </a:r>
            <a:endParaRPr lang="ru-RU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9" name="Соединитель: уступ 28">
            <a:extLst>
              <a:ext uri="{FF2B5EF4-FFF2-40B4-BE49-F238E27FC236}">
                <a16:creationId xmlns:a16="http://schemas.microsoft.com/office/drawing/2014/main" id="{AA1F3FBC-DE49-0333-02AD-393EE42EB902}"/>
              </a:ext>
            </a:extLst>
          </p:cNvPr>
          <p:cNvCxnSpPr>
            <a:cxnSpLocks/>
            <a:stCxn id="3" idx="2"/>
            <a:endCxn id="2" idx="1"/>
          </p:cNvCxnSpPr>
          <p:nvPr/>
        </p:nvCxnSpPr>
        <p:spPr>
          <a:xfrm rot="16200000" flipH="1">
            <a:off x="678466" y="1292049"/>
            <a:ext cx="232077" cy="106406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565B28CD-C970-EB3C-E482-6DB965374CE3}"/>
              </a:ext>
            </a:extLst>
          </p:cNvPr>
          <p:cNvSpPr txBox="1"/>
          <p:nvPr/>
        </p:nvSpPr>
        <p:spPr>
          <a:xfrm>
            <a:off x="2069116" y="3766362"/>
            <a:ext cx="898668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начальник штаба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4A9C1DC-4A66-9F2B-4E16-42FD91645EE8}"/>
              </a:ext>
            </a:extLst>
          </p:cNvPr>
          <p:cNvSpPr txBox="1"/>
          <p:nvPr/>
        </p:nvSpPr>
        <p:spPr>
          <a:xfrm>
            <a:off x="2061496" y="3231219"/>
            <a:ext cx="990108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начальник связи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BDCE830-B9AC-AEB9-DB38-0DD04C2EBD70}"/>
              </a:ext>
            </a:extLst>
          </p:cNvPr>
          <p:cNvSpPr txBox="1"/>
          <p:nvPr/>
        </p:nvSpPr>
        <p:spPr>
          <a:xfrm>
            <a:off x="2049938" y="1653148"/>
            <a:ext cx="976286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инструктор-дозиметрист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0289514-8FD7-260C-B7EF-C439AB6C480A}"/>
              </a:ext>
            </a:extLst>
          </p:cNvPr>
          <p:cNvSpPr txBox="1"/>
          <p:nvPr/>
        </p:nvSpPr>
        <p:spPr>
          <a:xfrm>
            <a:off x="2062825" y="2831109"/>
            <a:ext cx="678678" cy="2462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писарь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7FB0FAE-C356-0BDE-D400-2B5632D4B0CD}"/>
              </a:ext>
            </a:extLst>
          </p:cNvPr>
          <p:cNvSpPr txBox="1"/>
          <p:nvPr/>
        </p:nvSpPr>
        <p:spPr>
          <a:xfrm>
            <a:off x="2061496" y="2181659"/>
            <a:ext cx="906288" cy="55399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води­тел</a:t>
            </a:r>
            <a:r>
              <a:rPr lang="ru-RU" sz="10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ь</a:t>
            </a:r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бронетранспортера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6" name="Соединитель: уступ 45">
            <a:extLst>
              <a:ext uri="{FF2B5EF4-FFF2-40B4-BE49-F238E27FC236}">
                <a16:creationId xmlns:a16="http://schemas.microsoft.com/office/drawing/2014/main" id="{69DA86EF-D350-5365-0BCE-19BB1443C8F4}"/>
              </a:ext>
            </a:extLst>
          </p:cNvPr>
          <p:cNvCxnSpPr>
            <a:cxnSpLocks/>
            <a:stCxn id="4" idx="2"/>
            <a:endCxn id="19" idx="1"/>
          </p:cNvCxnSpPr>
          <p:nvPr/>
        </p:nvCxnSpPr>
        <p:spPr>
          <a:xfrm rot="16200000" flipH="1">
            <a:off x="1119783" y="2011178"/>
            <a:ext cx="1725006" cy="161077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9" name="Соединитель: уступ 48">
            <a:extLst>
              <a:ext uri="{FF2B5EF4-FFF2-40B4-BE49-F238E27FC236}">
                <a16:creationId xmlns:a16="http://schemas.microsoft.com/office/drawing/2014/main" id="{E742F4D7-FC51-91A8-DC1C-32817F8A38AF}"/>
              </a:ext>
            </a:extLst>
          </p:cNvPr>
          <p:cNvCxnSpPr>
            <a:cxnSpLocks/>
            <a:stCxn id="4" idx="2"/>
            <a:endCxn id="18" idx="1"/>
          </p:cNvCxnSpPr>
          <p:nvPr/>
        </p:nvCxnSpPr>
        <p:spPr>
          <a:xfrm rot="16200000" flipH="1">
            <a:off x="1663849" y="1467113"/>
            <a:ext cx="623989" cy="148190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4" name="Соединитель: уступ 53">
            <a:extLst>
              <a:ext uri="{FF2B5EF4-FFF2-40B4-BE49-F238E27FC236}">
                <a16:creationId xmlns:a16="http://schemas.microsoft.com/office/drawing/2014/main" id="{10C4365C-144B-771E-FBC6-CDCE44E223DF}"/>
              </a:ext>
            </a:extLst>
          </p:cNvPr>
          <p:cNvCxnSpPr>
            <a:cxnSpLocks/>
            <a:stCxn id="4" idx="2"/>
            <a:endCxn id="15" idx="1"/>
          </p:cNvCxnSpPr>
          <p:nvPr/>
        </p:nvCxnSpPr>
        <p:spPr>
          <a:xfrm rot="16200000" flipH="1">
            <a:off x="616831" y="2514131"/>
            <a:ext cx="2737203" cy="167368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8" name="Соединитель: уступ 57">
            <a:extLst>
              <a:ext uri="{FF2B5EF4-FFF2-40B4-BE49-F238E27FC236}">
                <a16:creationId xmlns:a16="http://schemas.microsoft.com/office/drawing/2014/main" id="{59F3222E-C7AE-7D71-3B0A-34CED9CF765E}"/>
              </a:ext>
            </a:extLst>
          </p:cNvPr>
          <p:cNvCxnSpPr>
            <a:cxnSpLocks/>
            <a:stCxn id="4" idx="2"/>
            <a:endCxn id="17" idx="1"/>
          </p:cNvCxnSpPr>
          <p:nvPr/>
        </p:nvCxnSpPr>
        <p:spPr>
          <a:xfrm rot="16200000" flipH="1">
            <a:off x="880592" y="2250370"/>
            <a:ext cx="2202060" cy="159748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3" name="Соединитель: уступ 62">
            <a:extLst>
              <a:ext uri="{FF2B5EF4-FFF2-40B4-BE49-F238E27FC236}">
                <a16:creationId xmlns:a16="http://schemas.microsoft.com/office/drawing/2014/main" id="{21FD016E-1E71-DB3F-7E1C-5B36E786C7ED}"/>
              </a:ext>
            </a:extLst>
          </p:cNvPr>
          <p:cNvCxnSpPr>
            <a:cxnSpLocks/>
            <a:stCxn id="4" idx="2"/>
            <a:endCxn id="21" idx="1"/>
          </p:cNvCxnSpPr>
          <p:nvPr/>
        </p:nvCxnSpPr>
        <p:spPr>
          <a:xfrm rot="16200000" flipH="1">
            <a:off x="1366900" y="1764062"/>
            <a:ext cx="1229444" cy="159748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582076EF-AB0D-89B9-4E39-3948A2AD0A41}"/>
              </a:ext>
            </a:extLst>
          </p:cNvPr>
          <p:cNvSpPr txBox="1"/>
          <p:nvPr/>
        </p:nvSpPr>
        <p:spPr>
          <a:xfrm>
            <a:off x="2068623" y="4290885"/>
            <a:ext cx="545306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9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взво­д связи</a:t>
            </a:r>
            <a:endParaRPr lang="ru-RU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73" name="Соединитель: уступ 72">
            <a:extLst>
              <a:ext uri="{FF2B5EF4-FFF2-40B4-BE49-F238E27FC236}">
                <a16:creationId xmlns:a16="http://schemas.microsoft.com/office/drawing/2014/main" id="{0ACF0CFD-D71E-AAD3-DCD8-2489972C5D83}"/>
              </a:ext>
            </a:extLst>
          </p:cNvPr>
          <p:cNvCxnSpPr>
            <a:cxnSpLocks/>
            <a:stCxn id="4" idx="2"/>
            <a:endCxn id="72" idx="1"/>
          </p:cNvCxnSpPr>
          <p:nvPr/>
        </p:nvCxnSpPr>
        <p:spPr>
          <a:xfrm rot="16200000" flipH="1">
            <a:off x="362017" y="2768944"/>
            <a:ext cx="3246337" cy="166875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6974D8B-85E4-166D-1D40-017B29D06D64}"/>
              </a:ext>
            </a:extLst>
          </p:cNvPr>
          <p:cNvSpPr txBox="1"/>
          <p:nvPr/>
        </p:nvSpPr>
        <p:spPr>
          <a:xfrm>
            <a:off x="3982429" y="1569013"/>
            <a:ext cx="918728" cy="2462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управление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47" name="Группа 46">
            <a:extLst>
              <a:ext uri="{FF2B5EF4-FFF2-40B4-BE49-F238E27FC236}">
                <a16:creationId xmlns:a16="http://schemas.microsoft.com/office/drawing/2014/main" id="{546B0059-A110-05E9-43E6-C08A4DFAAE45}"/>
              </a:ext>
            </a:extLst>
          </p:cNvPr>
          <p:cNvGrpSpPr/>
          <p:nvPr/>
        </p:nvGrpSpPr>
        <p:grpSpPr>
          <a:xfrm>
            <a:off x="5154227" y="1558748"/>
            <a:ext cx="946133" cy="278140"/>
            <a:chOff x="6716528" y="3207053"/>
            <a:chExt cx="946133" cy="278140"/>
          </a:xfrm>
          <a:solidFill>
            <a:schemeClr val="bg1"/>
          </a:solidFill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506A0D0-9E9D-B24B-D818-226A0315B98B}"/>
                </a:ext>
              </a:extLst>
            </p:cNvPr>
            <p:cNvSpPr txBox="1"/>
            <p:nvPr/>
          </p:nvSpPr>
          <p:spPr>
            <a:xfrm>
              <a:off x="6743933" y="3207053"/>
              <a:ext cx="918728" cy="246221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B3E202E-4AB8-8166-CA09-47B5A92B5D02}"/>
                </a:ext>
              </a:extLst>
            </p:cNvPr>
            <p:cNvSpPr txBox="1"/>
            <p:nvPr/>
          </p:nvSpPr>
          <p:spPr>
            <a:xfrm>
              <a:off x="6716528" y="3238972"/>
              <a:ext cx="918728" cy="246221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в</a:t>
              </a:r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звод </a:t>
              </a:r>
              <a:r>
                <a:rPr lang="en-US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x2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8" name="Группа 47">
            <a:extLst>
              <a:ext uri="{FF2B5EF4-FFF2-40B4-BE49-F238E27FC236}">
                <a16:creationId xmlns:a16="http://schemas.microsoft.com/office/drawing/2014/main" id="{AB65BBBA-75D0-62A7-52EE-28E83354D311}"/>
              </a:ext>
            </a:extLst>
          </p:cNvPr>
          <p:cNvGrpSpPr/>
          <p:nvPr/>
        </p:nvGrpSpPr>
        <p:grpSpPr>
          <a:xfrm>
            <a:off x="6235523" y="1552379"/>
            <a:ext cx="958833" cy="432029"/>
            <a:chOff x="6703828" y="3507686"/>
            <a:chExt cx="958833" cy="432029"/>
          </a:xfrm>
          <a:solidFill>
            <a:schemeClr val="bg1"/>
          </a:solidFill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8F2EA18-3511-4330-55AB-4E41060614D9}"/>
                </a:ext>
              </a:extLst>
            </p:cNvPr>
            <p:cNvSpPr txBox="1"/>
            <p:nvPr/>
          </p:nvSpPr>
          <p:spPr>
            <a:xfrm>
              <a:off x="6743933" y="3507686"/>
              <a:ext cx="918728" cy="40011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120-мм миномет х3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EA0D7C1-C2E4-50AF-B50C-22C1CE14692B}"/>
                </a:ext>
              </a:extLst>
            </p:cNvPr>
            <p:cNvSpPr txBox="1"/>
            <p:nvPr/>
          </p:nvSpPr>
          <p:spPr>
            <a:xfrm>
              <a:off x="6703828" y="3539605"/>
              <a:ext cx="918728" cy="40011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120-мм миномет х3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51" name="Соединитель: уступ 50">
            <a:extLst>
              <a:ext uri="{FF2B5EF4-FFF2-40B4-BE49-F238E27FC236}">
                <a16:creationId xmlns:a16="http://schemas.microsoft.com/office/drawing/2014/main" id="{091002A3-B74A-587C-F6AB-7C6C0827F3B3}"/>
              </a:ext>
            </a:extLst>
          </p:cNvPr>
          <p:cNvCxnSpPr>
            <a:cxnSpLocks/>
            <a:stCxn id="14" idx="2"/>
            <a:endCxn id="27" idx="0"/>
          </p:cNvCxnSpPr>
          <p:nvPr/>
        </p:nvCxnSpPr>
        <p:spPr>
          <a:xfrm rot="5400000">
            <a:off x="4962728" y="700787"/>
            <a:ext cx="347291" cy="138916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7" name="Соединитель: уступ 56">
            <a:extLst>
              <a:ext uri="{FF2B5EF4-FFF2-40B4-BE49-F238E27FC236}">
                <a16:creationId xmlns:a16="http://schemas.microsoft.com/office/drawing/2014/main" id="{D11FD92B-9B5B-D248-0AD4-4CFD00352897}"/>
              </a:ext>
            </a:extLst>
          </p:cNvPr>
          <p:cNvCxnSpPr>
            <a:cxnSpLocks/>
            <a:stCxn id="14" idx="2"/>
            <a:endCxn id="40" idx="0"/>
          </p:cNvCxnSpPr>
          <p:nvPr/>
        </p:nvCxnSpPr>
        <p:spPr>
          <a:xfrm rot="16200000" flipH="1">
            <a:off x="6117644" y="935030"/>
            <a:ext cx="330657" cy="904039"/>
          </a:xfrm>
          <a:prstGeom prst="bentConnector3">
            <a:avLst>
              <a:gd name="adj1" fmla="val 52881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7" name="Соединитель: уступ 196">
            <a:extLst>
              <a:ext uri="{FF2B5EF4-FFF2-40B4-BE49-F238E27FC236}">
                <a16:creationId xmlns:a16="http://schemas.microsoft.com/office/drawing/2014/main" id="{A84038BF-2E20-154A-D65B-E59EEAFEC465}"/>
              </a:ext>
            </a:extLst>
          </p:cNvPr>
          <p:cNvCxnSpPr>
            <a:cxnSpLocks/>
            <a:stCxn id="3" idx="2"/>
            <a:endCxn id="8" idx="1"/>
          </p:cNvCxnSpPr>
          <p:nvPr/>
        </p:nvCxnSpPr>
        <p:spPr>
          <a:xfrm rot="16200000" flipH="1">
            <a:off x="453875" y="1516639"/>
            <a:ext cx="670281" cy="9542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0" name="Соединитель: уступ 199">
            <a:extLst>
              <a:ext uri="{FF2B5EF4-FFF2-40B4-BE49-F238E27FC236}">
                <a16:creationId xmlns:a16="http://schemas.microsoft.com/office/drawing/2014/main" id="{E32A5039-C9FE-2971-78E0-82136534D255}"/>
              </a:ext>
            </a:extLst>
          </p:cNvPr>
          <p:cNvCxnSpPr>
            <a:cxnSpLocks/>
            <a:stCxn id="3" idx="2"/>
            <a:endCxn id="11" idx="1"/>
          </p:cNvCxnSpPr>
          <p:nvPr/>
        </p:nvCxnSpPr>
        <p:spPr>
          <a:xfrm rot="16200000" flipH="1">
            <a:off x="228960" y="1741555"/>
            <a:ext cx="1138236" cy="113554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3" name="Соединитель: уступ 202">
            <a:extLst>
              <a:ext uri="{FF2B5EF4-FFF2-40B4-BE49-F238E27FC236}">
                <a16:creationId xmlns:a16="http://schemas.microsoft.com/office/drawing/2014/main" id="{92DCE8E6-9308-E71B-A327-82C79D308880}"/>
              </a:ext>
            </a:extLst>
          </p:cNvPr>
          <p:cNvCxnSpPr>
            <a:cxnSpLocks/>
            <a:stCxn id="3" idx="2"/>
            <a:endCxn id="9" idx="1"/>
          </p:cNvCxnSpPr>
          <p:nvPr/>
        </p:nvCxnSpPr>
        <p:spPr>
          <a:xfrm rot="16200000" flipH="1">
            <a:off x="-29265" y="1999779"/>
            <a:ext cx="1646233" cy="105101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8" name="Соединитель: уступ 207">
            <a:extLst>
              <a:ext uri="{FF2B5EF4-FFF2-40B4-BE49-F238E27FC236}">
                <a16:creationId xmlns:a16="http://schemas.microsoft.com/office/drawing/2014/main" id="{F2446B0D-DFAA-E572-6F0F-39E5F288D38B}"/>
              </a:ext>
            </a:extLst>
          </p:cNvPr>
          <p:cNvCxnSpPr>
            <a:cxnSpLocks/>
            <a:stCxn id="14" idx="2"/>
            <a:endCxn id="32" idx="0"/>
          </p:cNvCxnSpPr>
          <p:nvPr/>
        </p:nvCxnSpPr>
        <p:spPr>
          <a:xfrm rot="5400000">
            <a:off x="5567462" y="1295257"/>
            <a:ext cx="337026" cy="189957"/>
          </a:xfrm>
          <a:prstGeom prst="bentConnector3">
            <a:avLst>
              <a:gd name="adj1" fmla="val 51884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33022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8000">
        <p159:morph option="byObject"/>
      </p:transition>
    </mc:Choice>
    <mc:Fallback>
      <p:transition spd="slow" advTm="80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748155-EC15-FEB4-5135-AAC321D27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54C4FEAC-010E-1D25-82CA-376E3DAC4F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1992" y="322279"/>
            <a:ext cx="9144000" cy="311020"/>
          </a:xfrm>
          <a:solidFill>
            <a:schemeClr val="bg1"/>
          </a:solidFill>
          <a:ln w="19050">
            <a:noFill/>
          </a:ln>
        </p:spPr>
        <p:txBody>
          <a:bodyPr>
            <a:normAutofit fontScale="90000"/>
          </a:bodyPr>
          <a:lstStyle/>
          <a:p>
            <a:r>
              <a:rPr lang="ru-RU" sz="1800" dirty="0">
                <a:latin typeface="Segoe UI" panose="020B0502040204020203" pitchFamily="34" charset="0"/>
                <a:cs typeface="Segoe UI" panose="020B0502040204020203" pitchFamily="34" charset="0"/>
              </a:rPr>
              <a:t>Командир батальона</a:t>
            </a:r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DA39C941-0788-7882-3C79-B02D22BA95DB}"/>
              </a:ext>
            </a:extLst>
          </p:cNvPr>
          <p:cNvCxnSpPr>
            <a:cxnSpLocks/>
          </p:cNvCxnSpPr>
          <p:nvPr/>
        </p:nvCxnSpPr>
        <p:spPr>
          <a:xfrm>
            <a:off x="743342" y="658180"/>
            <a:ext cx="107053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91B841CE-F930-8F18-BF85-C58AF47A00A1}"/>
              </a:ext>
            </a:extLst>
          </p:cNvPr>
          <p:cNvCxnSpPr>
            <a:cxnSpLocks/>
          </p:cNvCxnSpPr>
          <p:nvPr/>
        </p:nvCxnSpPr>
        <p:spPr>
          <a:xfrm>
            <a:off x="743342" y="658180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5A59D3E0-5203-39EE-F83A-93D8BEE17991}"/>
              </a:ext>
            </a:extLst>
          </p:cNvPr>
          <p:cNvCxnSpPr>
            <a:cxnSpLocks/>
          </p:cNvCxnSpPr>
          <p:nvPr/>
        </p:nvCxnSpPr>
        <p:spPr>
          <a:xfrm>
            <a:off x="1807029" y="658180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C7841AFC-D374-A0F0-F952-18D0CA1E4582}"/>
              </a:ext>
            </a:extLst>
          </p:cNvPr>
          <p:cNvCxnSpPr>
            <a:cxnSpLocks/>
          </p:cNvCxnSpPr>
          <p:nvPr/>
        </p:nvCxnSpPr>
        <p:spPr>
          <a:xfrm>
            <a:off x="3050042" y="664407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0C1605D0-9C24-BBA0-1083-3BF81320630D}"/>
              </a:ext>
            </a:extLst>
          </p:cNvPr>
          <p:cNvCxnSpPr>
            <a:cxnSpLocks/>
          </p:cNvCxnSpPr>
          <p:nvPr/>
        </p:nvCxnSpPr>
        <p:spPr>
          <a:xfrm>
            <a:off x="4678817" y="664407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BE93CCD3-9773-36B2-3BBB-816FCEA5A86C}"/>
              </a:ext>
            </a:extLst>
          </p:cNvPr>
          <p:cNvCxnSpPr>
            <a:cxnSpLocks/>
          </p:cNvCxnSpPr>
          <p:nvPr/>
        </p:nvCxnSpPr>
        <p:spPr>
          <a:xfrm>
            <a:off x="5822307" y="664407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B6148F97-A668-B91D-1BD1-B086BB1AAFD0}"/>
              </a:ext>
            </a:extLst>
          </p:cNvPr>
          <p:cNvCxnSpPr>
            <a:cxnSpLocks/>
          </p:cNvCxnSpPr>
          <p:nvPr/>
        </p:nvCxnSpPr>
        <p:spPr>
          <a:xfrm>
            <a:off x="7274769" y="658180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7440E0D3-D10F-CD76-972E-A8929593DFC9}"/>
              </a:ext>
            </a:extLst>
          </p:cNvPr>
          <p:cNvCxnSpPr>
            <a:cxnSpLocks/>
          </p:cNvCxnSpPr>
          <p:nvPr/>
        </p:nvCxnSpPr>
        <p:spPr>
          <a:xfrm>
            <a:off x="8954278" y="664407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B8C7C0C2-69DD-1D97-F85D-7CED580F6167}"/>
              </a:ext>
            </a:extLst>
          </p:cNvPr>
          <p:cNvCxnSpPr>
            <a:cxnSpLocks/>
          </p:cNvCxnSpPr>
          <p:nvPr/>
        </p:nvCxnSpPr>
        <p:spPr>
          <a:xfrm>
            <a:off x="10191845" y="659786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27F9F1F9-F451-4D46-22B3-9AB711DFA4E5}"/>
              </a:ext>
            </a:extLst>
          </p:cNvPr>
          <p:cNvCxnSpPr>
            <a:cxnSpLocks/>
          </p:cNvCxnSpPr>
          <p:nvPr/>
        </p:nvCxnSpPr>
        <p:spPr>
          <a:xfrm>
            <a:off x="11448658" y="664549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>
            <a:extLst>
              <a:ext uri="{FF2B5EF4-FFF2-40B4-BE49-F238E27FC236}">
                <a16:creationId xmlns:a16="http://schemas.microsoft.com/office/drawing/2014/main" id="{2EE9CEE1-4497-F1F7-1EE1-F1780FC6D796}"/>
              </a:ext>
            </a:extLst>
          </p:cNvPr>
          <p:cNvCxnSpPr>
            <a:cxnSpLocks/>
          </p:cNvCxnSpPr>
          <p:nvPr/>
        </p:nvCxnSpPr>
        <p:spPr>
          <a:xfrm>
            <a:off x="6096000" y="560731"/>
            <a:ext cx="0" cy="10381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BF83130-C290-03E1-4B00-07D1EB0B9749}"/>
              </a:ext>
            </a:extLst>
          </p:cNvPr>
          <p:cNvSpPr/>
          <p:nvPr/>
        </p:nvSpPr>
        <p:spPr>
          <a:xfrm>
            <a:off x="84078" y="822814"/>
            <a:ext cx="1314446" cy="406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управление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CCB1F4D-F13B-6BD7-2D20-1B4421A9C1AF}"/>
              </a:ext>
            </a:extLst>
          </p:cNvPr>
          <p:cNvSpPr/>
          <p:nvPr/>
        </p:nvSpPr>
        <p:spPr>
          <a:xfrm>
            <a:off x="1567841" y="822814"/>
            <a:ext cx="667814" cy="406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штаб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83A5A9B3-AED4-B631-1470-3B4364138C19}"/>
              </a:ext>
            </a:extLst>
          </p:cNvPr>
          <p:cNvGrpSpPr/>
          <p:nvPr/>
        </p:nvGrpSpPr>
        <p:grpSpPr>
          <a:xfrm>
            <a:off x="2438094" y="806682"/>
            <a:ext cx="1609659" cy="492614"/>
            <a:chOff x="1730441" y="3429000"/>
            <a:chExt cx="1363042" cy="492614"/>
          </a:xfrm>
          <a:solidFill>
            <a:schemeClr val="bg1"/>
          </a:solidFill>
        </p:grpSpPr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4E191333-591E-33CA-A1F8-E9EFF95E52CC}"/>
                </a:ext>
              </a:extLst>
            </p:cNvPr>
            <p:cNvSpPr/>
            <p:nvPr/>
          </p:nvSpPr>
          <p:spPr>
            <a:xfrm>
              <a:off x="1779037" y="3429000"/>
              <a:ext cx="1314446" cy="4064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F9D87286-B32F-BC36-DF38-D591C2925382}"/>
                </a:ext>
              </a:extLst>
            </p:cNvPr>
            <p:cNvSpPr/>
            <p:nvPr/>
          </p:nvSpPr>
          <p:spPr>
            <a:xfrm>
              <a:off x="1730441" y="3515214"/>
              <a:ext cx="1314446" cy="4064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kern="0" dirty="0">
                  <a:solidFill>
                    <a:schemeClr val="tx1"/>
                  </a:solidFill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мотострелковая рота х3</a:t>
              </a:r>
              <a:endParaRPr lang="ru-RU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DBDB06F-8F73-3EB1-FB3B-48270164694D}"/>
              </a:ext>
            </a:extLst>
          </p:cNvPr>
          <p:cNvSpPr/>
          <p:nvPr/>
        </p:nvSpPr>
        <p:spPr>
          <a:xfrm>
            <a:off x="4304641" y="822814"/>
            <a:ext cx="748351" cy="406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взвод связи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FADBA690-9631-E870-E63C-02FDC90B462C}"/>
              </a:ext>
            </a:extLst>
          </p:cNvPr>
          <p:cNvSpPr/>
          <p:nvPr/>
        </p:nvSpPr>
        <p:spPr>
          <a:xfrm>
            <a:off x="5202007" y="815322"/>
            <a:ext cx="1257891" cy="406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минометная батарея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82C008FD-53C2-C9C8-3D21-DCB432816559}"/>
              </a:ext>
            </a:extLst>
          </p:cNvPr>
          <p:cNvSpPr/>
          <p:nvPr/>
        </p:nvSpPr>
        <p:spPr>
          <a:xfrm>
            <a:off x="6531819" y="813716"/>
            <a:ext cx="1679506" cy="406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противотанковый взвод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9007A98E-49CD-DB02-7A20-0137956E0A52}"/>
              </a:ext>
            </a:extLst>
          </p:cNvPr>
          <p:cNvSpPr/>
          <p:nvPr/>
        </p:nvSpPr>
        <p:spPr>
          <a:xfrm>
            <a:off x="8264061" y="813716"/>
            <a:ext cx="1384181" cy="73866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отделение технического обслуживания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31B3953B-F38B-BDE7-A22C-F12C1F63CDD8}"/>
              </a:ext>
            </a:extLst>
          </p:cNvPr>
          <p:cNvSpPr/>
          <p:nvPr/>
        </p:nvSpPr>
        <p:spPr>
          <a:xfrm>
            <a:off x="9786439" y="833541"/>
            <a:ext cx="828424" cy="73866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взвод снабжения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6509007D-A984-7DB8-F9CA-A6519D370E45}"/>
              </a:ext>
            </a:extLst>
          </p:cNvPr>
          <p:cNvSpPr/>
          <p:nvPr/>
        </p:nvSpPr>
        <p:spPr>
          <a:xfrm>
            <a:off x="10854303" y="820085"/>
            <a:ext cx="1309603" cy="73866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батальонный медицинский пункт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F520F83-5CC4-3A82-C308-1532DCFB760F}"/>
              </a:ext>
            </a:extLst>
          </p:cNvPr>
          <p:cNvSpPr txBox="1"/>
          <p:nvPr/>
        </p:nvSpPr>
        <p:spPr>
          <a:xfrm>
            <a:off x="3219450" y="0"/>
            <a:ext cx="6096000" cy="369332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z="1800" b="1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Мотострелковый батальон армии СССР</a:t>
            </a:r>
            <a:endParaRPr lang="ru-RU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1B6E49-52FB-54DB-6B4C-64FAD3F1903A}"/>
              </a:ext>
            </a:extLst>
          </p:cNvPr>
          <p:cNvSpPr txBox="1"/>
          <p:nvPr/>
        </p:nvSpPr>
        <p:spPr>
          <a:xfrm>
            <a:off x="847707" y="1353569"/>
            <a:ext cx="568385" cy="21544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8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комбат</a:t>
            </a:r>
            <a:endParaRPr lang="ru-RU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8326CA-AA7D-C217-AB25-4E26074A32AF}"/>
              </a:ext>
            </a:extLst>
          </p:cNvPr>
          <p:cNvSpPr txBox="1"/>
          <p:nvPr/>
        </p:nvSpPr>
        <p:spPr>
          <a:xfrm>
            <a:off x="836730" y="1668662"/>
            <a:ext cx="939960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8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по политической части</a:t>
            </a:r>
            <a:endParaRPr lang="ru-RU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635D99-C126-615E-5892-D5D0A1C0D8AD}"/>
              </a:ext>
            </a:extLst>
          </p:cNvPr>
          <p:cNvSpPr txBox="1"/>
          <p:nvPr/>
        </p:nvSpPr>
        <p:spPr>
          <a:xfrm>
            <a:off x="846402" y="2644614"/>
            <a:ext cx="939960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8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по технической части </a:t>
            </a:r>
            <a:endParaRPr lang="ru-RU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7353A0F-4FAD-6858-032E-6CB2DF8FA08C}"/>
              </a:ext>
            </a:extLst>
          </p:cNvPr>
          <p:cNvSpPr txBox="1"/>
          <p:nvPr/>
        </p:nvSpPr>
        <p:spPr>
          <a:xfrm>
            <a:off x="854855" y="2198173"/>
            <a:ext cx="678678" cy="33855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8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техник батальона</a:t>
            </a:r>
            <a:endParaRPr lang="ru-RU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9" name="Соединитель: уступ 28">
            <a:extLst>
              <a:ext uri="{FF2B5EF4-FFF2-40B4-BE49-F238E27FC236}">
                <a16:creationId xmlns:a16="http://schemas.microsoft.com/office/drawing/2014/main" id="{266BA6D5-5555-EAE8-A959-9791A6EB1A27}"/>
              </a:ext>
            </a:extLst>
          </p:cNvPr>
          <p:cNvCxnSpPr>
            <a:cxnSpLocks/>
            <a:stCxn id="3" idx="2"/>
            <a:endCxn id="2" idx="1"/>
          </p:cNvCxnSpPr>
          <p:nvPr/>
        </p:nvCxnSpPr>
        <p:spPr>
          <a:xfrm rot="16200000" flipH="1">
            <a:off x="678466" y="1292049"/>
            <a:ext cx="232077" cy="106406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BE997B4-4F73-17DB-013D-46D5F51CD785}"/>
              </a:ext>
            </a:extLst>
          </p:cNvPr>
          <p:cNvSpPr txBox="1"/>
          <p:nvPr/>
        </p:nvSpPr>
        <p:spPr>
          <a:xfrm>
            <a:off x="2069116" y="3766362"/>
            <a:ext cx="898668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начальник штаба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C20E31-C4A6-64B5-8231-A3E3D14DEF18}"/>
              </a:ext>
            </a:extLst>
          </p:cNvPr>
          <p:cNvSpPr txBox="1"/>
          <p:nvPr/>
        </p:nvSpPr>
        <p:spPr>
          <a:xfrm>
            <a:off x="2061496" y="3231219"/>
            <a:ext cx="990108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начальник связи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AF7DAE-F438-FC8C-F710-A1D88EBC19DC}"/>
              </a:ext>
            </a:extLst>
          </p:cNvPr>
          <p:cNvSpPr txBox="1"/>
          <p:nvPr/>
        </p:nvSpPr>
        <p:spPr>
          <a:xfrm>
            <a:off x="2049938" y="1653148"/>
            <a:ext cx="976286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инструктор-дозиметрист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F766BE-18F7-B22F-0A16-BD466452AE2C}"/>
              </a:ext>
            </a:extLst>
          </p:cNvPr>
          <p:cNvSpPr txBox="1"/>
          <p:nvPr/>
        </p:nvSpPr>
        <p:spPr>
          <a:xfrm>
            <a:off x="2062825" y="2831109"/>
            <a:ext cx="678678" cy="2462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писарь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986517E-F5B1-A102-8AFA-DCA1B3813FF6}"/>
              </a:ext>
            </a:extLst>
          </p:cNvPr>
          <p:cNvSpPr txBox="1"/>
          <p:nvPr/>
        </p:nvSpPr>
        <p:spPr>
          <a:xfrm>
            <a:off x="2061496" y="2181659"/>
            <a:ext cx="906288" cy="55399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води­тел</a:t>
            </a:r>
            <a:r>
              <a:rPr lang="ru-RU" sz="10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ь</a:t>
            </a:r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бронетранспортера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6" name="Соединитель: уступ 45">
            <a:extLst>
              <a:ext uri="{FF2B5EF4-FFF2-40B4-BE49-F238E27FC236}">
                <a16:creationId xmlns:a16="http://schemas.microsoft.com/office/drawing/2014/main" id="{11D6729D-E4B4-1C04-80BE-CC648048C161}"/>
              </a:ext>
            </a:extLst>
          </p:cNvPr>
          <p:cNvCxnSpPr>
            <a:cxnSpLocks/>
            <a:stCxn id="4" idx="2"/>
            <a:endCxn id="19" idx="1"/>
          </p:cNvCxnSpPr>
          <p:nvPr/>
        </p:nvCxnSpPr>
        <p:spPr>
          <a:xfrm rot="16200000" flipH="1">
            <a:off x="1119783" y="2011178"/>
            <a:ext cx="1725006" cy="161077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9" name="Соединитель: уступ 48">
            <a:extLst>
              <a:ext uri="{FF2B5EF4-FFF2-40B4-BE49-F238E27FC236}">
                <a16:creationId xmlns:a16="http://schemas.microsoft.com/office/drawing/2014/main" id="{39B7CA9D-750B-F3D4-02FB-329BCA1F179A}"/>
              </a:ext>
            </a:extLst>
          </p:cNvPr>
          <p:cNvCxnSpPr>
            <a:cxnSpLocks/>
            <a:stCxn id="4" idx="2"/>
            <a:endCxn id="18" idx="1"/>
          </p:cNvCxnSpPr>
          <p:nvPr/>
        </p:nvCxnSpPr>
        <p:spPr>
          <a:xfrm rot="16200000" flipH="1">
            <a:off x="1663849" y="1467113"/>
            <a:ext cx="623989" cy="148190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4" name="Соединитель: уступ 53">
            <a:extLst>
              <a:ext uri="{FF2B5EF4-FFF2-40B4-BE49-F238E27FC236}">
                <a16:creationId xmlns:a16="http://schemas.microsoft.com/office/drawing/2014/main" id="{FAE9D28F-A4B5-8318-45F5-014DF5C03CB4}"/>
              </a:ext>
            </a:extLst>
          </p:cNvPr>
          <p:cNvCxnSpPr>
            <a:cxnSpLocks/>
            <a:stCxn id="4" idx="2"/>
            <a:endCxn id="15" idx="1"/>
          </p:cNvCxnSpPr>
          <p:nvPr/>
        </p:nvCxnSpPr>
        <p:spPr>
          <a:xfrm rot="16200000" flipH="1">
            <a:off x="616831" y="2514131"/>
            <a:ext cx="2737203" cy="167368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8" name="Соединитель: уступ 57">
            <a:extLst>
              <a:ext uri="{FF2B5EF4-FFF2-40B4-BE49-F238E27FC236}">
                <a16:creationId xmlns:a16="http://schemas.microsoft.com/office/drawing/2014/main" id="{33AF90B1-E356-F8F9-0B8C-1AFDFC81E874}"/>
              </a:ext>
            </a:extLst>
          </p:cNvPr>
          <p:cNvCxnSpPr>
            <a:cxnSpLocks/>
            <a:stCxn id="4" idx="2"/>
            <a:endCxn id="17" idx="1"/>
          </p:cNvCxnSpPr>
          <p:nvPr/>
        </p:nvCxnSpPr>
        <p:spPr>
          <a:xfrm rot="16200000" flipH="1">
            <a:off x="880592" y="2250370"/>
            <a:ext cx="2202060" cy="159748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3" name="Соединитель: уступ 62">
            <a:extLst>
              <a:ext uri="{FF2B5EF4-FFF2-40B4-BE49-F238E27FC236}">
                <a16:creationId xmlns:a16="http://schemas.microsoft.com/office/drawing/2014/main" id="{41F41A8A-8EB5-C2B4-CFC0-2BAA4D06EC18}"/>
              </a:ext>
            </a:extLst>
          </p:cNvPr>
          <p:cNvCxnSpPr>
            <a:cxnSpLocks/>
            <a:stCxn id="4" idx="2"/>
            <a:endCxn id="21" idx="1"/>
          </p:cNvCxnSpPr>
          <p:nvPr/>
        </p:nvCxnSpPr>
        <p:spPr>
          <a:xfrm rot="16200000" flipH="1">
            <a:off x="1366900" y="1764062"/>
            <a:ext cx="1229444" cy="159748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7911EA54-8A1F-6C2C-9491-505E493396E8}"/>
              </a:ext>
            </a:extLst>
          </p:cNvPr>
          <p:cNvSpPr txBox="1"/>
          <p:nvPr/>
        </p:nvSpPr>
        <p:spPr>
          <a:xfrm>
            <a:off x="2068623" y="4290885"/>
            <a:ext cx="545306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9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взво­д связи</a:t>
            </a:r>
            <a:endParaRPr lang="ru-RU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73" name="Соединитель: уступ 72">
            <a:extLst>
              <a:ext uri="{FF2B5EF4-FFF2-40B4-BE49-F238E27FC236}">
                <a16:creationId xmlns:a16="http://schemas.microsoft.com/office/drawing/2014/main" id="{3E3CDB62-5932-BAF9-18A0-DB7FFE2F07F6}"/>
              </a:ext>
            </a:extLst>
          </p:cNvPr>
          <p:cNvCxnSpPr>
            <a:cxnSpLocks/>
            <a:stCxn id="4" idx="2"/>
            <a:endCxn id="72" idx="1"/>
          </p:cNvCxnSpPr>
          <p:nvPr/>
        </p:nvCxnSpPr>
        <p:spPr>
          <a:xfrm rot="16200000" flipH="1">
            <a:off x="362017" y="2768944"/>
            <a:ext cx="3246337" cy="166875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919DFE75-3F86-699F-3256-22951BB159FA}"/>
              </a:ext>
            </a:extLst>
          </p:cNvPr>
          <p:cNvSpPr txBox="1"/>
          <p:nvPr/>
        </p:nvSpPr>
        <p:spPr>
          <a:xfrm>
            <a:off x="3982429" y="1569013"/>
            <a:ext cx="918728" cy="2462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управление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47" name="Группа 46">
            <a:extLst>
              <a:ext uri="{FF2B5EF4-FFF2-40B4-BE49-F238E27FC236}">
                <a16:creationId xmlns:a16="http://schemas.microsoft.com/office/drawing/2014/main" id="{4575A189-2C87-52FF-7631-E3A864DEC52B}"/>
              </a:ext>
            </a:extLst>
          </p:cNvPr>
          <p:cNvGrpSpPr/>
          <p:nvPr/>
        </p:nvGrpSpPr>
        <p:grpSpPr>
          <a:xfrm>
            <a:off x="5154227" y="1558748"/>
            <a:ext cx="946133" cy="278140"/>
            <a:chOff x="6716528" y="3207053"/>
            <a:chExt cx="946133" cy="278140"/>
          </a:xfrm>
          <a:solidFill>
            <a:schemeClr val="bg1"/>
          </a:solidFill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FF601E8-E727-0154-3488-7D5CC222875A}"/>
                </a:ext>
              </a:extLst>
            </p:cNvPr>
            <p:cNvSpPr txBox="1"/>
            <p:nvPr/>
          </p:nvSpPr>
          <p:spPr>
            <a:xfrm>
              <a:off x="6743933" y="3207053"/>
              <a:ext cx="918728" cy="246221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03645A46-8CC2-5D1D-8CF9-BEDB760561A3}"/>
                </a:ext>
              </a:extLst>
            </p:cNvPr>
            <p:cNvSpPr txBox="1"/>
            <p:nvPr/>
          </p:nvSpPr>
          <p:spPr>
            <a:xfrm>
              <a:off x="6716528" y="3238972"/>
              <a:ext cx="918728" cy="246221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в</a:t>
              </a:r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звод </a:t>
              </a:r>
              <a:r>
                <a:rPr lang="en-US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x2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8" name="Группа 47">
            <a:extLst>
              <a:ext uri="{FF2B5EF4-FFF2-40B4-BE49-F238E27FC236}">
                <a16:creationId xmlns:a16="http://schemas.microsoft.com/office/drawing/2014/main" id="{D9CBE461-DDD3-5C8C-E88F-8F1907EB9CB4}"/>
              </a:ext>
            </a:extLst>
          </p:cNvPr>
          <p:cNvGrpSpPr/>
          <p:nvPr/>
        </p:nvGrpSpPr>
        <p:grpSpPr>
          <a:xfrm>
            <a:off x="6235523" y="1552379"/>
            <a:ext cx="958833" cy="432029"/>
            <a:chOff x="6703828" y="3507686"/>
            <a:chExt cx="958833" cy="432029"/>
          </a:xfrm>
          <a:solidFill>
            <a:schemeClr val="bg1"/>
          </a:solidFill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A1BF70F-A480-F888-71AE-0B6FB6A4068C}"/>
                </a:ext>
              </a:extLst>
            </p:cNvPr>
            <p:cNvSpPr txBox="1"/>
            <p:nvPr/>
          </p:nvSpPr>
          <p:spPr>
            <a:xfrm>
              <a:off x="6743933" y="3507686"/>
              <a:ext cx="918728" cy="40011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120-мм миномет х3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6ACA865-0F9F-051B-C3C3-91844F7A56EC}"/>
                </a:ext>
              </a:extLst>
            </p:cNvPr>
            <p:cNvSpPr txBox="1"/>
            <p:nvPr/>
          </p:nvSpPr>
          <p:spPr>
            <a:xfrm>
              <a:off x="6703828" y="3539605"/>
              <a:ext cx="918728" cy="40011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120-мм миномет х3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51" name="Соединитель: уступ 50">
            <a:extLst>
              <a:ext uri="{FF2B5EF4-FFF2-40B4-BE49-F238E27FC236}">
                <a16:creationId xmlns:a16="http://schemas.microsoft.com/office/drawing/2014/main" id="{93320644-3125-C01F-05BB-A78829D4680E}"/>
              </a:ext>
            </a:extLst>
          </p:cNvPr>
          <p:cNvCxnSpPr>
            <a:cxnSpLocks/>
            <a:stCxn id="14" idx="2"/>
            <a:endCxn id="27" idx="0"/>
          </p:cNvCxnSpPr>
          <p:nvPr/>
        </p:nvCxnSpPr>
        <p:spPr>
          <a:xfrm rot="5400000">
            <a:off x="4962728" y="700787"/>
            <a:ext cx="347291" cy="138916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7" name="Соединитель: уступ 56">
            <a:extLst>
              <a:ext uri="{FF2B5EF4-FFF2-40B4-BE49-F238E27FC236}">
                <a16:creationId xmlns:a16="http://schemas.microsoft.com/office/drawing/2014/main" id="{22B8F0D1-40E3-9FBF-468D-9691EB38FA1D}"/>
              </a:ext>
            </a:extLst>
          </p:cNvPr>
          <p:cNvCxnSpPr>
            <a:cxnSpLocks/>
            <a:stCxn id="14" idx="2"/>
            <a:endCxn id="40" idx="0"/>
          </p:cNvCxnSpPr>
          <p:nvPr/>
        </p:nvCxnSpPr>
        <p:spPr>
          <a:xfrm rot="16200000" flipH="1">
            <a:off x="6117644" y="935030"/>
            <a:ext cx="330657" cy="904039"/>
          </a:xfrm>
          <a:prstGeom prst="bentConnector3">
            <a:avLst>
              <a:gd name="adj1" fmla="val 52881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55B5A93C-D72D-126F-1D21-9D066ABDBF67}"/>
              </a:ext>
            </a:extLst>
          </p:cNvPr>
          <p:cNvSpPr txBox="1"/>
          <p:nvPr/>
        </p:nvSpPr>
        <p:spPr>
          <a:xfrm>
            <a:off x="6210620" y="2505031"/>
            <a:ext cx="1231581" cy="70788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отделение станковых противо­танковых гранатометов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85" name="Группа 84">
            <a:extLst>
              <a:ext uri="{FF2B5EF4-FFF2-40B4-BE49-F238E27FC236}">
                <a16:creationId xmlns:a16="http://schemas.microsoft.com/office/drawing/2014/main" id="{9CBB62FF-02BB-1493-B9B1-869AE6DDDAD6}"/>
              </a:ext>
            </a:extLst>
          </p:cNvPr>
          <p:cNvGrpSpPr/>
          <p:nvPr/>
        </p:nvGrpSpPr>
        <p:grpSpPr>
          <a:xfrm>
            <a:off x="7532265" y="2461389"/>
            <a:ext cx="1310026" cy="751528"/>
            <a:chOff x="7532265" y="2461389"/>
            <a:chExt cx="1310026" cy="751528"/>
          </a:xfrm>
          <a:solidFill>
            <a:schemeClr val="bg1"/>
          </a:solidFill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CAD2FD42-98A8-EA84-A36D-3C11D9708725}"/>
                </a:ext>
              </a:extLst>
            </p:cNvPr>
            <p:cNvSpPr txBox="1"/>
            <p:nvPr/>
          </p:nvSpPr>
          <p:spPr>
            <a:xfrm>
              <a:off x="7578536" y="2461389"/>
              <a:ext cx="1263755" cy="707886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отделе­ние противотанковых управляемых ракет х2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1E0CF99-FE84-B08C-04A7-3C69BD11FEC9}"/>
                </a:ext>
              </a:extLst>
            </p:cNvPr>
            <p:cNvSpPr txBox="1"/>
            <p:nvPr/>
          </p:nvSpPr>
          <p:spPr>
            <a:xfrm>
              <a:off x="7532265" y="2505031"/>
              <a:ext cx="1263755" cy="707886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отделе­ние противотанковых управляемых ракет х2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13" name="Группа 212">
            <a:extLst>
              <a:ext uri="{FF2B5EF4-FFF2-40B4-BE49-F238E27FC236}">
                <a16:creationId xmlns:a16="http://schemas.microsoft.com/office/drawing/2014/main" id="{68A185F8-3BE9-1233-EE0E-959E5A283139}"/>
              </a:ext>
            </a:extLst>
          </p:cNvPr>
          <p:cNvGrpSpPr/>
          <p:nvPr/>
        </p:nvGrpSpPr>
        <p:grpSpPr>
          <a:xfrm>
            <a:off x="6253123" y="3349598"/>
            <a:ext cx="1118126" cy="460728"/>
            <a:chOff x="5822307" y="3516779"/>
            <a:chExt cx="1118126" cy="460728"/>
          </a:xfrm>
          <a:solidFill>
            <a:schemeClr val="bg1"/>
          </a:solidFill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637D5A74-631A-AE1C-181C-6A6AF7DBC766}"/>
                </a:ext>
              </a:extLst>
            </p:cNvPr>
            <p:cNvSpPr txBox="1"/>
            <p:nvPr/>
          </p:nvSpPr>
          <p:spPr>
            <a:xfrm>
              <a:off x="5858142" y="3516779"/>
              <a:ext cx="1082291" cy="40011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r"/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гранатомет СПГ-9 х2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17974B8-80AA-27E8-5700-D1A1312531A7}"/>
                </a:ext>
              </a:extLst>
            </p:cNvPr>
            <p:cNvSpPr txBox="1"/>
            <p:nvPr/>
          </p:nvSpPr>
          <p:spPr>
            <a:xfrm>
              <a:off x="5822307" y="3577397"/>
              <a:ext cx="1082291" cy="40011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гранатомет СПГ-9 х2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14" name="Группа 213">
            <a:extLst>
              <a:ext uri="{FF2B5EF4-FFF2-40B4-BE49-F238E27FC236}">
                <a16:creationId xmlns:a16="http://schemas.microsoft.com/office/drawing/2014/main" id="{508C323B-D891-EDAE-0EA5-FF52DBB3EDB7}"/>
              </a:ext>
            </a:extLst>
          </p:cNvPr>
          <p:cNvGrpSpPr/>
          <p:nvPr/>
        </p:nvGrpSpPr>
        <p:grpSpPr>
          <a:xfrm>
            <a:off x="7485336" y="3429000"/>
            <a:ext cx="1321832" cy="292388"/>
            <a:chOff x="8086693" y="3451563"/>
            <a:chExt cx="1321832" cy="292388"/>
          </a:xfrm>
          <a:solidFill>
            <a:schemeClr val="bg1"/>
          </a:solidFill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232D75D1-2CC9-81D8-6D11-11A7247FEBFE}"/>
                </a:ext>
              </a:extLst>
            </p:cNvPr>
            <p:cNvSpPr txBox="1"/>
            <p:nvPr/>
          </p:nvSpPr>
          <p:spPr>
            <a:xfrm>
              <a:off x="8129319" y="3451563"/>
              <a:ext cx="1279206" cy="246221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ПТУРС х2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F1AB76E8-0404-9B79-0FDC-21524E9D8D90}"/>
                </a:ext>
              </a:extLst>
            </p:cNvPr>
            <p:cNvSpPr txBox="1"/>
            <p:nvPr/>
          </p:nvSpPr>
          <p:spPr>
            <a:xfrm>
              <a:off x="8086693" y="3497730"/>
              <a:ext cx="1279206" cy="246221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ПТУРС х2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56" name="Соединитель: уступ 55">
            <a:extLst>
              <a:ext uri="{FF2B5EF4-FFF2-40B4-BE49-F238E27FC236}">
                <a16:creationId xmlns:a16="http://schemas.microsoft.com/office/drawing/2014/main" id="{9AC0B75C-FC93-9548-ECDB-22DB4586C253}"/>
              </a:ext>
            </a:extLst>
          </p:cNvPr>
          <p:cNvCxnSpPr>
            <a:cxnSpLocks/>
            <a:stCxn id="16" idx="2"/>
            <a:endCxn id="35" idx="0"/>
          </p:cNvCxnSpPr>
          <p:nvPr/>
        </p:nvCxnSpPr>
        <p:spPr>
          <a:xfrm rot="5400000">
            <a:off x="6456535" y="1589993"/>
            <a:ext cx="1284915" cy="545161"/>
          </a:xfrm>
          <a:prstGeom prst="bentConnector3">
            <a:avLst>
              <a:gd name="adj1" fmla="val 7471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9" name="Соединитель: уступ 68">
            <a:extLst>
              <a:ext uri="{FF2B5EF4-FFF2-40B4-BE49-F238E27FC236}">
                <a16:creationId xmlns:a16="http://schemas.microsoft.com/office/drawing/2014/main" id="{36C9818A-A124-F5BA-6FC7-91EF2B3B2E74}"/>
              </a:ext>
            </a:extLst>
          </p:cNvPr>
          <p:cNvCxnSpPr>
            <a:cxnSpLocks/>
            <a:stCxn id="16" idx="2"/>
            <a:endCxn id="82" idx="0"/>
          </p:cNvCxnSpPr>
          <p:nvPr/>
        </p:nvCxnSpPr>
        <p:spPr>
          <a:xfrm rot="16200000" flipH="1">
            <a:off x="7170357" y="1421331"/>
            <a:ext cx="1241273" cy="838842"/>
          </a:xfrm>
          <a:prstGeom prst="bentConnector3">
            <a:avLst>
              <a:gd name="adj1" fmla="val 77433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7" name="Соединитель: уступ 196">
            <a:extLst>
              <a:ext uri="{FF2B5EF4-FFF2-40B4-BE49-F238E27FC236}">
                <a16:creationId xmlns:a16="http://schemas.microsoft.com/office/drawing/2014/main" id="{9EE4E8F6-AD1D-9DB1-4962-44C8B2C7715B}"/>
              </a:ext>
            </a:extLst>
          </p:cNvPr>
          <p:cNvCxnSpPr>
            <a:cxnSpLocks/>
            <a:stCxn id="3" idx="2"/>
            <a:endCxn id="8" idx="1"/>
          </p:cNvCxnSpPr>
          <p:nvPr/>
        </p:nvCxnSpPr>
        <p:spPr>
          <a:xfrm rot="16200000" flipH="1">
            <a:off x="453875" y="1516639"/>
            <a:ext cx="670281" cy="9542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0" name="Соединитель: уступ 199">
            <a:extLst>
              <a:ext uri="{FF2B5EF4-FFF2-40B4-BE49-F238E27FC236}">
                <a16:creationId xmlns:a16="http://schemas.microsoft.com/office/drawing/2014/main" id="{454BA23C-1D8F-5673-37DA-7D817211F87F}"/>
              </a:ext>
            </a:extLst>
          </p:cNvPr>
          <p:cNvCxnSpPr>
            <a:cxnSpLocks/>
            <a:stCxn id="3" idx="2"/>
            <a:endCxn id="11" idx="1"/>
          </p:cNvCxnSpPr>
          <p:nvPr/>
        </p:nvCxnSpPr>
        <p:spPr>
          <a:xfrm rot="16200000" flipH="1">
            <a:off x="228960" y="1741555"/>
            <a:ext cx="1138236" cy="113554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3" name="Соединитель: уступ 202">
            <a:extLst>
              <a:ext uri="{FF2B5EF4-FFF2-40B4-BE49-F238E27FC236}">
                <a16:creationId xmlns:a16="http://schemas.microsoft.com/office/drawing/2014/main" id="{3CEEC360-C662-730D-6905-7E10C1F3D8F1}"/>
              </a:ext>
            </a:extLst>
          </p:cNvPr>
          <p:cNvCxnSpPr>
            <a:cxnSpLocks/>
            <a:stCxn id="3" idx="2"/>
            <a:endCxn id="9" idx="1"/>
          </p:cNvCxnSpPr>
          <p:nvPr/>
        </p:nvCxnSpPr>
        <p:spPr>
          <a:xfrm rot="16200000" flipH="1">
            <a:off x="-29265" y="1999779"/>
            <a:ext cx="1646233" cy="105101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8" name="Соединитель: уступ 207">
            <a:extLst>
              <a:ext uri="{FF2B5EF4-FFF2-40B4-BE49-F238E27FC236}">
                <a16:creationId xmlns:a16="http://schemas.microsoft.com/office/drawing/2014/main" id="{8DE0493B-196F-0660-6A08-5D609BAAA9E4}"/>
              </a:ext>
            </a:extLst>
          </p:cNvPr>
          <p:cNvCxnSpPr>
            <a:cxnSpLocks/>
            <a:stCxn id="14" idx="2"/>
            <a:endCxn id="32" idx="0"/>
          </p:cNvCxnSpPr>
          <p:nvPr/>
        </p:nvCxnSpPr>
        <p:spPr>
          <a:xfrm rot="5400000">
            <a:off x="5567462" y="1295257"/>
            <a:ext cx="337026" cy="189957"/>
          </a:xfrm>
          <a:prstGeom prst="bentConnector3">
            <a:avLst>
              <a:gd name="adj1" fmla="val 50942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6" name="Прямая со стрелкой 215">
            <a:extLst>
              <a:ext uri="{FF2B5EF4-FFF2-40B4-BE49-F238E27FC236}">
                <a16:creationId xmlns:a16="http://schemas.microsoft.com/office/drawing/2014/main" id="{74FC3267-02E6-2456-6CD7-2C5B837BC63F}"/>
              </a:ext>
            </a:extLst>
          </p:cNvPr>
          <p:cNvCxnSpPr>
            <a:cxnSpLocks/>
            <a:stCxn id="35" idx="2"/>
            <a:endCxn id="62" idx="0"/>
          </p:cNvCxnSpPr>
          <p:nvPr/>
        </p:nvCxnSpPr>
        <p:spPr>
          <a:xfrm>
            <a:off x="6826411" y="3212917"/>
            <a:ext cx="3693" cy="1366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Прямая со стрелкой 219">
            <a:extLst>
              <a:ext uri="{FF2B5EF4-FFF2-40B4-BE49-F238E27FC236}">
                <a16:creationId xmlns:a16="http://schemas.microsoft.com/office/drawing/2014/main" id="{BB6A1DD4-D4AB-7152-E828-D929E6703CBF}"/>
              </a:ext>
            </a:extLst>
          </p:cNvPr>
          <p:cNvCxnSpPr>
            <a:cxnSpLocks/>
            <a:stCxn id="52" idx="2"/>
            <a:endCxn id="64" idx="0"/>
          </p:cNvCxnSpPr>
          <p:nvPr/>
        </p:nvCxnSpPr>
        <p:spPr>
          <a:xfrm>
            <a:off x="8164143" y="3212917"/>
            <a:ext cx="3422" cy="2160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271391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9000">
        <p159:morph option="byObject"/>
      </p:transition>
    </mc:Choice>
    <mc:Fallback>
      <p:transition spd="slow" advTm="90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2A4E3-792A-F3C9-E375-C6AC7D0AB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7D076BF1-BBE3-CA94-A13E-BDF23E55CD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1992" y="322279"/>
            <a:ext cx="9144000" cy="311020"/>
          </a:xfrm>
          <a:solidFill>
            <a:schemeClr val="bg1"/>
          </a:solidFill>
          <a:ln w="19050">
            <a:noFill/>
          </a:ln>
        </p:spPr>
        <p:txBody>
          <a:bodyPr>
            <a:normAutofit fontScale="90000"/>
          </a:bodyPr>
          <a:lstStyle/>
          <a:p>
            <a:r>
              <a:rPr lang="ru-RU" sz="1800" dirty="0">
                <a:latin typeface="Segoe UI" panose="020B0502040204020203" pitchFamily="34" charset="0"/>
                <a:cs typeface="Segoe UI" panose="020B0502040204020203" pitchFamily="34" charset="0"/>
              </a:rPr>
              <a:t>Командир батальона</a:t>
            </a:r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69DB167C-2437-07A0-25D1-CC7DF0845FA5}"/>
              </a:ext>
            </a:extLst>
          </p:cNvPr>
          <p:cNvCxnSpPr>
            <a:cxnSpLocks/>
          </p:cNvCxnSpPr>
          <p:nvPr/>
        </p:nvCxnSpPr>
        <p:spPr>
          <a:xfrm>
            <a:off x="743342" y="658180"/>
            <a:ext cx="107053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EFF0C32C-E70C-D7D4-108A-C0E1064D6C61}"/>
              </a:ext>
            </a:extLst>
          </p:cNvPr>
          <p:cNvCxnSpPr>
            <a:cxnSpLocks/>
          </p:cNvCxnSpPr>
          <p:nvPr/>
        </p:nvCxnSpPr>
        <p:spPr>
          <a:xfrm>
            <a:off x="743342" y="658180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D4BB03B4-4A6B-2B0C-A2E3-791F935BB669}"/>
              </a:ext>
            </a:extLst>
          </p:cNvPr>
          <p:cNvCxnSpPr>
            <a:cxnSpLocks/>
          </p:cNvCxnSpPr>
          <p:nvPr/>
        </p:nvCxnSpPr>
        <p:spPr>
          <a:xfrm>
            <a:off x="1807029" y="658180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B84E77B3-D2CF-4BDF-5499-FB020182D55C}"/>
              </a:ext>
            </a:extLst>
          </p:cNvPr>
          <p:cNvCxnSpPr>
            <a:cxnSpLocks/>
          </p:cNvCxnSpPr>
          <p:nvPr/>
        </p:nvCxnSpPr>
        <p:spPr>
          <a:xfrm>
            <a:off x="3050042" y="664407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526E3595-5DB7-31CF-1ABE-2979ACB0B0ED}"/>
              </a:ext>
            </a:extLst>
          </p:cNvPr>
          <p:cNvCxnSpPr>
            <a:cxnSpLocks/>
          </p:cNvCxnSpPr>
          <p:nvPr/>
        </p:nvCxnSpPr>
        <p:spPr>
          <a:xfrm>
            <a:off x="4678817" y="664407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B87EBF79-55EF-E5A8-E3C4-C6BE19CDF53B}"/>
              </a:ext>
            </a:extLst>
          </p:cNvPr>
          <p:cNvCxnSpPr>
            <a:cxnSpLocks/>
          </p:cNvCxnSpPr>
          <p:nvPr/>
        </p:nvCxnSpPr>
        <p:spPr>
          <a:xfrm>
            <a:off x="5822307" y="664407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19AAF93C-7E6E-D770-49BC-3ADB02624B32}"/>
              </a:ext>
            </a:extLst>
          </p:cNvPr>
          <p:cNvCxnSpPr>
            <a:cxnSpLocks/>
          </p:cNvCxnSpPr>
          <p:nvPr/>
        </p:nvCxnSpPr>
        <p:spPr>
          <a:xfrm>
            <a:off x="7274769" y="658180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60660B88-6091-2482-0AE5-2F6D4609AB27}"/>
              </a:ext>
            </a:extLst>
          </p:cNvPr>
          <p:cNvCxnSpPr>
            <a:cxnSpLocks/>
          </p:cNvCxnSpPr>
          <p:nvPr/>
        </p:nvCxnSpPr>
        <p:spPr>
          <a:xfrm>
            <a:off x="8954278" y="664407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36EBDE01-BAA7-D104-2E3D-9B19B16734E3}"/>
              </a:ext>
            </a:extLst>
          </p:cNvPr>
          <p:cNvCxnSpPr>
            <a:cxnSpLocks/>
          </p:cNvCxnSpPr>
          <p:nvPr/>
        </p:nvCxnSpPr>
        <p:spPr>
          <a:xfrm>
            <a:off x="10191845" y="659786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6DC3D2D4-8A54-511A-5DF1-B8BE863DC127}"/>
              </a:ext>
            </a:extLst>
          </p:cNvPr>
          <p:cNvCxnSpPr>
            <a:cxnSpLocks/>
          </p:cNvCxnSpPr>
          <p:nvPr/>
        </p:nvCxnSpPr>
        <p:spPr>
          <a:xfrm>
            <a:off x="11448658" y="664549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>
            <a:extLst>
              <a:ext uri="{FF2B5EF4-FFF2-40B4-BE49-F238E27FC236}">
                <a16:creationId xmlns:a16="http://schemas.microsoft.com/office/drawing/2014/main" id="{813E53F7-E90D-D2DD-CEA9-25662ECF8FD7}"/>
              </a:ext>
            </a:extLst>
          </p:cNvPr>
          <p:cNvCxnSpPr>
            <a:cxnSpLocks/>
          </p:cNvCxnSpPr>
          <p:nvPr/>
        </p:nvCxnSpPr>
        <p:spPr>
          <a:xfrm>
            <a:off x="6096000" y="560731"/>
            <a:ext cx="0" cy="10381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461F5F4-2549-6299-0A8E-6BD0949BD39F}"/>
              </a:ext>
            </a:extLst>
          </p:cNvPr>
          <p:cNvSpPr/>
          <p:nvPr/>
        </p:nvSpPr>
        <p:spPr>
          <a:xfrm>
            <a:off x="84078" y="822814"/>
            <a:ext cx="1314446" cy="406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управление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1729F7D-2A9E-473C-A781-6AF0A4C82B94}"/>
              </a:ext>
            </a:extLst>
          </p:cNvPr>
          <p:cNvSpPr/>
          <p:nvPr/>
        </p:nvSpPr>
        <p:spPr>
          <a:xfrm>
            <a:off x="1567841" y="822814"/>
            <a:ext cx="667814" cy="406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штаб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5E16D477-CA04-4215-A669-DC280AC6029B}"/>
              </a:ext>
            </a:extLst>
          </p:cNvPr>
          <p:cNvGrpSpPr/>
          <p:nvPr/>
        </p:nvGrpSpPr>
        <p:grpSpPr>
          <a:xfrm>
            <a:off x="2438094" y="806682"/>
            <a:ext cx="1609659" cy="492614"/>
            <a:chOff x="1730441" y="3429000"/>
            <a:chExt cx="1363042" cy="492614"/>
          </a:xfrm>
          <a:solidFill>
            <a:schemeClr val="bg1"/>
          </a:solidFill>
        </p:grpSpPr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BDB9F8FA-29A4-479A-981B-C7221FFEE8CA}"/>
                </a:ext>
              </a:extLst>
            </p:cNvPr>
            <p:cNvSpPr/>
            <p:nvPr/>
          </p:nvSpPr>
          <p:spPr>
            <a:xfrm>
              <a:off x="1779037" y="3429000"/>
              <a:ext cx="1314446" cy="4064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283950D8-7AE8-D18F-D603-052BEE2DDB58}"/>
                </a:ext>
              </a:extLst>
            </p:cNvPr>
            <p:cNvSpPr/>
            <p:nvPr/>
          </p:nvSpPr>
          <p:spPr>
            <a:xfrm>
              <a:off x="1730441" y="3515214"/>
              <a:ext cx="1314446" cy="4064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kern="0" dirty="0">
                  <a:solidFill>
                    <a:schemeClr val="tx1"/>
                  </a:solidFill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мотострелковая рота х3</a:t>
              </a:r>
              <a:endParaRPr lang="ru-RU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31770F42-50CE-04DF-09A9-EA34C26E9594}"/>
              </a:ext>
            </a:extLst>
          </p:cNvPr>
          <p:cNvSpPr/>
          <p:nvPr/>
        </p:nvSpPr>
        <p:spPr>
          <a:xfrm>
            <a:off x="4304641" y="822814"/>
            <a:ext cx="748351" cy="406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взвод связи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CA0443E-AAE7-DCDB-DAFB-A3931C33AEAA}"/>
              </a:ext>
            </a:extLst>
          </p:cNvPr>
          <p:cNvSpPr/>
          <p:nvPr/>
        </p:nvSpPr>
        <p:spPr>
          <a:xfrm>
            <a:off x="5202007" y="815322"/>
            <a:ext cx="1257891" cy="406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минометная батарея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811C9C5-CBB7-FD06-173F-A3CB866454BE}"/>
              </a:ext>
            </a:extLst>
          </p:cNvPr>
          <p:cNvSpPr/>
          <p:nvPr/>
        </p:nvSpPr>
        <p:spPr>
          <a:xfrm>
            <a:off x="6531819" y="813716"/>
            <a:ext cx="1679506" cy="406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противотанковый взвод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BD7FD05-BCBF-27E5-BD93-4C2E8E14F6E1}"/>
              </a:ext>
            </a:extLst>
          </p:cNvPr>
          <p:cNvSpPr/>
          <p:nvPr/>
        </p:nvSpPr>
        <p:spPr>
          <a:xfrm>
            <a:off x="8264061" y="813716"/>
            <a:ext cx="1384181" cy="73866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отделение технического обслуживания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63C6357F-0D34-71C2-D4F2-D99C02F2DD76}"/>
              </a:ext>
            </a:extLst>
          </p:cNvPr>
          <p:cNvSpPr/>
          <p:nvPr/>
        </p:nvSpPr>
        <p:spPr>
          <a:xfrm>
            <a:off x="9786439" y="833541"/>
            <a:ext cx="828424" cy="73866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взвод снабжения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7EA7D4CB-DB48-C459-8F23-375811D30CB8}"/>
              </a:ext>
            </a:extLst>
          </p:cNvPr>
          <p:cNvSpPr/>
          <p:nvPr/>
        </p:nvSpPr>
        <p:spPr>
          <a:xfrm>
            <a:off x="10854303" y="820085"/>
            <a:ext cx="1309603" cy="73866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батальонный медицинский пункт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08E2343-FC89-148D-BFFD-A4B986B97525}"/>
              </a:ext>
            </a:extLst>
          </p:cNvPr>
          <p:cNvSpPr txBox="1"/>
          <p:nvPr/>
        </p:nvSpPr>
        <p:spPr>
          <a:xfrm>
            <a:off x="3219450" y="0"/>
            <a:ext cx="6096000" cy="369332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z="1800" b="1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Мотострелковый батальон армии СССР</a:t>
            </a:r>
            <a:endParaRPr lang="ru-RU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14559A9-9157-6C7E-236E-2AF779158B9E}"/>
              </a:ext>
            </a:extLst>
          </p:cNvPr>
          <p:cNvSpPr txBox="1"/>
          <p:nvPr/>
        </p:nvSpPr>
        <p:spPr>
          <a:xfrm>
            <a:off x="847707" y="1353569"/>
            <a:ext cx="568385" cy="21544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8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комбат</a:t>
            </a:r>
            <a:endParaRPr lang="ru-RU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A2B8FA-5D80-4BB9-8CC0-DD664FFD7C98}"/>
              </a:ext>
            </a:extLst>
          </p:cNvPr>
          <p:cNvSpPr txBox="1"/>
          <p:nvPr/>
        </p:nvSpPr>
        <p:spPr>
          <a:xfrm>
            <a:off x="836730" y="1668662"/>
            <a:ext cx="939960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8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по политической части</a:t>
            </a:r>
            <a:endParaRPr lang="ru-RU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0D47A8-0A2C-C43E-5490-337C2D4B56C9}"/>
              </a:ext>
            </a:extLst>
          </p:cNvPr>
          <p:cNvSpPr txBox="1"/>
          <p:nvPr/>
        </p:nvSpPr>
        <p:spPr>
          <a:xfrm>
            <a:off x="846402" y="2644614"/>
            <a:ext cx="939960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8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по технической части </a:t>
            </a:r>
            <a:endParaRPr lang="ru-RU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734D2F-6365-4941-9772-7C7502EE9AD5}"/>
              </a:ext>
            </a:extLst>
          </p:cNvPr>
          <p:cNvSpPr txBox="1"/>
          <p:nvPr/>
        </p:nvSpPr>
        <p:spPr>
          <a:xfrm>
            <a:off x="854855" y="2198173"/>
            <a:ext cx="678678" cy="33855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8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техник батальона</a:t>
            </a:r>
            <a:endParaRPr lang="ru-RU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9" name="Соединитель: уступ 28">
            <a:extLst>
              <a:ext uri="{FF2B5EF4-FFF2-40B4-BE49-F238E27FC236}">
                <a16:creationId xmlns:a16="http://schemas.microsoft.com/office/drawing/2014/main" id="{175CB5E3-C5A9-94D5-8C4A-04DDE3CCFBDA}"/>
              </a:ext>
            </a:extLst>
          </p:cNvPr>
          <p:cNvCxnSpPr>
            <a:cxnSpLocks/>
            <a:stCxn id="3" idx="2"/>
            <a:endCxn id="2" idx="1"/>
          </p:cNvCxnSpPr>
          <p:nvPr/>
        </p:nvCxnSpPr>
        <p:spPr>
          <a:xfrm rot="16200000" flipH="1">
            <a:off x="678466" y="1292049"/>
            <a:ext cx="232077" cy="106406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712C4A6-211A-B21D-9AFD-041A45BAC5F7}"/>
              </a:ext>
            </a:extLst>
          </p:cNvPr>
          <p:cNvSpPr txBox="1"/>
          <p:nvPr/>
        </p:nvSpPr>
        <p:spPr>
          <a:xfrm>
            <a:off x="2069116" y="3766362"/>
            <a:ext cx="898668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начальник штаба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00D417E-1C17-CC20-246E-E7E3C1E5E29F}"/>
              </a:ext>
            </a:extLst>
          </p:cNvPr>
          <p:cNvSpPr txBox="1"/>
          <p:nvPr/>
        </p:nvSpPr>
        <p:spPr>
          <a:xfrm>
            <a:off x="2061496" y="3231219"/>
            <a:ext cx="990108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начальник связи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3E6D6F3-7FE4-92AE-B8A3-B7BB2B229DF8}"/>
              </a:ext>
            </a:extLst>
          </p:cNvPr>
          <p:cNvSpPr txBox="1"/>
          <p:nvPr/>
        </p:nvSpPr>
        <p:spPr>
          <a:xfrm>
            <a:off x="2049938" y="1653148"/>
            <a:ext cx="976286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инструктор-дозиметрист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FC1A468-43B7-7E3D-6180-D1875232C0DB}"/>
              </a:ext>
            </a:extLst>
          </p:cNvPr>
          <p:cNvSpPr txBox="1"/>
          <p:nvPr/>
        </p:nvSpPr>
        <p:spPr>
          <a:xfrm>
            <a:off x="2062825" y="2831109"/>
            <a:ext cx="678678" cy="2462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писарь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2CF98E-BD1D-B784-0B3C-24827256AD2A}"/>
              </a:ext>
            </a:extLst>
          </p:cNvPr>
          <p:cNvSpPr txBox="1"/>
          <p:nvPr/>
        </p:nvSpPr>
        <p:spPr>
          <a:xfrm>
            <a:off x="2061496" y="2181659"/>
            <a:ext cx="906288" cy="55399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води­тел</a:t>
            </a:r>
            <a:r>
              <a:rPr lang="ru-RU" sz="10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ь</a:t>
            </a:r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бронетранспортера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6" name="Соединитель: уступ 45">
            <a:extLst>
              <a:ext uri="{FF2B5EF4-FFF2-40B4-BE49-F238E27FC236}">
                <a16:creationId xmlns:a16="http://schemas.microsoft.com/office/drawing/2014/main" id="{B7F9E8BE-B4E1-F531-18AF-1ABBDC4AAC34}"/>
              </a:ext>
            </a:extLst>
          </p:cNvPr>
          <p:cNvCxnSpPr>
            <a:cxnSpLocks/>
            <a:stCxn id="4" idx="2"/>
            <a:endCxn id="19" idx="1"/>
          </p:cNvCxnSpPr>
          <p:nvPr/>
        </p:nvCxnSpPr>
        <p:spPr>
          <a:xfrm rot="16200000" flipH="1">
            <a:off x="1119783" y="2011178"/>
            <a:ext cx="1725006" cy="161077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9" name="Соединитель: уступ 48">
            <a:extLst>
              <a:ext uri="{FF2B5EF4-FFF2-40B4-BE49-F238E27FC236}">
                <a16:creationId xmlns:a16="http://schemas.microsoft.com/office/drawing/2014/main" id="{6581606F-137C-C024-519B-5A55B494B410}"/>
              </a:ext>
            </a:extLst>
          </p:cNvPr>
          <p:cNvCxnSpPr>
            <a:cxnSpLocks/>
            <a:stCxn id="4" idx="2"/>
            <a:endCxn id="18" idx="1"/>
          </p:cNvCxnSpPr>
          <p:nvPr/>
        </p:nvCxnSpPr>
        <p:spPr>
          <a:xfrm rot="16200000" flipH="1">
            <a:off x="1663849" y="1467113"/>
            <a:ext cx="623989" cy="148190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4" name="Соединитель: уступ 53">
            <a:extLst>
              <a:ext uri="{FF2B5EF4-FFF2-40B4-BE49-F238E27FC236}">
                <a16:creationId xmlns:a16="http://schemas.microsoft.com/office/drawing/2014/main" id="{37D67243-C887-FDBA-5B7C-1167E38BF5A3}"/>
              </a:ext>
            </a:extLst>
          </p:cNvPr>
          <p:cNvCxnSpPr>
            <a:cxnSpLocks/>
            <a:stCxn id="4" idx="2"/>
            <a:endCxn id="15" idx="1"/>
          </p:cNvCxnSpPr>
          <p:nvPr/>
        </p:nvCxnSpPr>
        <p:spPr>
          <a:xfrm rot="16200000" flipH="1">
            <a:off x="616831" y="2514131"/>
            <a:ext cx="2737203" cy="167368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8" name="Соединитель: уступ 57">
            <a:extLst>
              <a:ext uri="{FF2B5EF4-FFF2-40B4-BE49-F238E27FC236}">
                <a16:creationId xmlns:a16="http://schemas.microsoft.com/office/drawing/2014/main" id="{D613E4B2-329F-633A-EE32-27A6FBDFE8D1}"/>
              </a:ext>
            </a:extLst>
          </p:cNvPr>
          <p:cNvCxnSpPr>
            <a:cxnSpLocks/>
            <a:stCxn id="4" idx="2"/>
            <a:endCxn id="17" idx="1"/>
          </p:cNvCxnSpPr>
          <p:nvPr/>
        </p:nvCxnSpPr>
        <p:spPr>
          <a:xfrm rot="16200000" flipH="1">
            <a:off x="880592" y="2250370"/>
            <a:ext cx="2202060" cy="159748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3" name="Соединитель: уступ 62">
            <a:extLst>
              <a:ext uri="{FF2B5EF4-FFF2-40B4-BE49-F238E27FC236}">
                <a16:creationId xmlns:a16="http://schemas.microsoft.com/office/drawing/2014/main" id="{C9C5489F-B719-7443-D94B-4C72E4EAE6AE}"/>
              </a:ext>
            </a:extLst>
          </p:cNvPr>
          <p:cNvCxnSpPr>
            <a:cxnSpLocks/>
            <a:stCxn id="4" idx="2"/>
            <a:endCxn id="21" idx="1"/>
          </p:cNvCxnSpPr>
          <p:nvPr/>
        </p:nvCxnSpPr>
        <p:spPr>
          <a:xfrm rot="16200000" flipH="1">
            <a:off x="1366900" y="1764062"/>
            <a:ext cx="1229444" cy="159748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FE485767-0805-C12E-39DC-E8AAE98C3D13}"/>
              </a:ext>
            </a:extLst>
          </p:cNvPr>
          <p:cNvSpPr txBox="1"/>
          <p:nvPr/>
        </p:nvSpPr>
        <p:spPr>
          <a:xfrm>
            <a:off x="2068623" y="4290885"/>
            <a:ext cx="545306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9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взво­д связи</a:t>
            </a:r>
            <a:endParaRPr lang="ru-RU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73" name="Соединитель: уступ 72">
            <a:extLst>
              <a:ext uri="{FF2B5EF4-FFF2-40B4-BE49-F238E27FC236}">
                <a16:creationId xmlns:a16="http://schemas.microsoft.com/office/drawing/2014/main" id="{C0ED054D-ACC7-8D18-34CC-F4191FA18443}"/>
              </a:ext>
            </a:extLst>
          </p:cNvPr>
          <p:cNvCxnSpPr>
            <a:cxnSpLocks/>
            <a:stCxn id="4" idx="2"/>
            <a:endCxn id="72" idx="1"/>
          </p:cNvCxnSpPr>
          <p:nvPr/>
        </p:nvCxnSpPr>
        <p:spPr>
          <a:xfrm rot="16200000" flipH="1">
            <a:off x="362017" y="2768944"/>
            <a:ext cx="3246337" cy="166875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55E49771-2387-FAFE-4016-0FF97D63282C}"/>
              </a:ext>
            </a:extLst>
          </p:cNvPr>
          <p:cNvSpPr txBox="1"/>
          <p:nvPr/>
        </p:nvSpPr>
        <p:spPr>
          <a:xfrm>
            <a:off x="3982429" y="1569013"/>
            <a:ext cx="918728" cy="2462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управление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47" name="Группа 46">
            <a:extLst>
              <a:ext uri="{FF2B5EF4-FFF2-40B4-BE49-F238E27FC236}">
                <a16:creationId xmlns:a16="http://schemas.microsoft.com/office/drawing/2014/main" id="{6E48609B-4058-A849-CA7C-903AA3A4912F}"/>
              </a:ext>
            </a:extLst>
          </p:cNvPr>
          <p:cNvGrpSpPr/>
          <p:nvPr/>
        </p:nvGrpSpPr>
        <p:grpSpPr>
          <a:xfrm>
            <a:off x="5154227" y="1558748"/>
            <a:ext cx="946133" cy="278140"/>
            <a:chOff x="6716528" y="3207053"/>
            <a:chExt cx="946133" cy="278140"/>
          </a:xfrm>
          <a:solidFill>
            <a:schemeClr val="bg1"/>
          </a:solidFill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3DB0448-4837-06D6-6FD7-11581BDAE1D3}"/>
                </a:ext>
              </a:extLst>
            </p:cNvPr>
            <p:cNvSpPr txBox="1"/>
            <p:nvPr/>
          </p:nvSpPr>
          <p:spPr>
            <a:xfrm>
              <a:off x="6743933" y="3207053"/>
              <a:ext cx="918728" cy="246221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D2DC974-9426-FB0A-524B-2EF3B42F5530}"/>
                </a:ext>
              </a:extLst>
            </p:cNvPr>
            <p:cNvSpPr txBox="1"/>
            <p:nvPr/>
          </p:nvSpPr>
          <p:spPr>
            <a:xfrm>
              <a:off x="6716528" y="3238972"/>
              <a:ext cx="918728" cy="246221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в</a:t>
              </a:r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звод </a:t>
              </a:r>
              <a:r>
                <a:rPr lang="en-US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x2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8" name="Группа 47">
            <a:extLst>
              <a:ext uri="{FF2B5EF4-FFF2-40B4-BE49-F238E27FC236}">
                <a16:creationId xmlns:a16="http://schemas.microsoft.com/office/drawing/2014/main" id="{EB06CA67-8ACC-6846-CBA2-3E7C377D389A}"/>
              </a:ext>
            </a:extLst>
          </p:cNvPr>
          <p:cNvGrpSpPr/>
          <p:nvPr/>
        </p:nvGrpSpPr>
        <p:grpSpPr>
          <a:xfrm>
            <a:off x="6235523" y="1552379"/>
            <a:ext cx="958833" cy="432029"/>
            <a:chOff x="6703828" y="3507686"/>
            <a:chExt cx="958833" cy="432029"/>
          </a:xfrm>
          <a:solidFill>
            <a:schemeClr val="bg1"/>
          </a:solidFill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6C975D8-FABD-0850-4657-83179F75E177}"/>
                </a:ext>
              </a:extLst>
            </p:cNvPr>
            <p:cNvSpPr txBox="1"/>
            <p:nvPr/>
          </p:nvSpPr>
          <p:spPr>
            <a:xfrm>
              <a:off x="6743933" y="3507686"/>
              <a:ext cx="918728" cy="40011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120-мм миномет х3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7007C195-8568-3B61-8FCC-AA0E9B77168A}"/>
                </a:ext>
              </a:extLst>
            </p:cNvPr>
            <p:cNvSpPr txBox="1"/>
            <p:nvPr/>
          </p:nvSpPr>
          <p:spPr>
            <a:xfrm>
              <a:off x="6703828" y="3539605"/>
              <a:ext cx="918728" cy="40011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120-мм миномет х3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51" name="Соединитель: уступ 50">
            <a:extLst>
              <a:ext uri="{FF2B5EF4-FFF2-40B4-BE49-F238E27FC236}">
                <a16:creationId xmlns:a16="http://schemas.microsoft.com/office/drawing/2014/main" id="{F3B4E621-A318-F206-B41E-44B6D5EEDB6C}"/>
              </a:ext>
            </a:extLst>
          </p:cNvPr>
          <p:cNvCxnSpPr>
            <a:cxnSpLocks/>
            <a:stCxn id="14" idx="2"/>
            <a:endCxn id="27" idx="0"/>
          </p:cNvCxnSpPr>
          <p:nvPr/>
        </p:nvCxnSpPr>
        <p:spPr>
          <a:xfrm rot="5400000">
            <a:off x="4962728" y="700787"/>
            <a:ext cx="347291" cy="138916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7" name="Соединитель: уступ 56">
            <a:extLst>
              <a:ext uri="{FF2B5EF4-FFF2-40B4-BE49-F238E27FC236}">
                <a16:creationId xmlns:a16="http://schemas.microsoft.com/office/drawing/2014/main" id="{BE2AF47F-6829-46BC-7AC8-FD520D2FD650}"/>
              </a:ext>
            </a:extLst>
          </p:cNvPr>
          <p:cNvCxnSpPr>
            <a:cxnSpLocks/>
            <a:stCxn id="14" idx="2"/>
            <a:endCxn id="40" idx="0"/>
          </p:cNvCxnSpPr>
          <p:nvPr/>
        </p:nvCxnSpPr>
        <p:spPr>
          <a:xfrm rot="16200000" flipH="1">
            <a:off x="6117644" y="935030"/>
            <a:ext cx="330657" cy="904039"/>
          </a:xfrm>
          <a:prstGeom prst="bentConnector3">
            <a:avLst>
              <a:gd name="adj1" fmla="val 52881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B83AC9C-EB85-8D7D-7A2F-76B2BCACB948}"/>
              </a:ext>
            </a:extLst>
          </p:cNvPr>
          <p:cNvSpPr txBox="1"/>
          <p:nvPr/>
        </p:nvSpPr>
        <p:spPr>
          <a:xfrm>
            <a:off x="6210620" y="2505031"/>
            <a:ext cx="1231581" cy="70788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отделение станковых противо­танковых гранатометов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85" name="Группа 84">
            <a:extLst>
              <a:ext uri="{FF2B5EF4-FFF2-40B4-BE49-F238E27FC236}">
                <a16:creationId xmlns:a16="http://schemas.microsoft.com/office/drawing/2014/main" id="{1A15C4A9-491F-DADC-0469-6FB45E4C460F}"/>
              </a:ext>
            </a:extLst>
          </p:cNvPr>
          <p:cNvGrpSpPr/>
          <p:nvPr/>
        </p:nvGrpSpPr>
        <p:grpSpPr>
          <a:xfrm>
            <a:off x="7532265" y="2461389"/>
            <a:ext cx="1310026" cy="751528"/>
            <a:chOff x="7532265" y="2461389"/>
            <a:chExt cx="1310026" cy="751528"/>
          </a:xfrm>
          <a:solidFill>
            <a:schemeClr val="bg1"/>
          </a:solidFill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AE628D7D-EAFD-E79C-8D59-32759D3AEBF9}"/>
                </a:ext>
              </a:extLst>
            </p:cNvPr>
            <p:cNvSpPr txBox="1"/>
            <p:nvPr/>
          </p:nvSpPr>
          <p:spPr>
            <a:xfrm>
              <a:off x="7578536" y="2461389"/>
              <a:ext cx="1263755" cy="707886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отделе­ние противотанковых управляемых ракет х2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0B1655E-4D66-B37A-89E4-E5241DAE704F}"/>
                </a:ext>
              </a:extLst>
            </p:cNvPr>
            <p:cNvSpPr txBox="1"/>
            <p:nvPr/>
          </p:nvSpPr>
          <p:spPr>
            <a:xfrm>
              <a:off x="7532265" y="2505031"/>
              <a:ext cx="1263755" cy="707886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отделе­ние противотанковых управляемых ракет х2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13" name="Группа 212">
            <a:extLst>
              <a:ext uri="{FF2B5EF4-FFF2-40B4-BE49-F238E27FC236}">
                <a16:creationId xmlns:a16="http://schemas.microsoft.com/office/drawing/2014/main" id="{6EB782F7-741A-9ECB-B30D-8C392ECF2922}"/>
              </a:ext>
            </a:extLst>
          </p:cNvPr>
          <p:cNvGrpSpPr/>
          <p:nvPr/>
        </p:nvGrpSpPr>
        <p:grpSpPr>
          <a:xfrm>
            <a:off x="6253123" y="3349598"/>
            <a:ext cx="1118126" cy="460728"/>
            <a:chOff x="5822307" y="3516779"/>
            <a:chExt cx="1118126" cy="460728"/>
          </a:xfrm>
          <a:solidFill>
            <a:schemeClr val="bg1"/>
          </a:solidFill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16E9DF0E-4126-29A4-A41C-77648745F480}"/>
                </a:ext>
              </a:extLst>
            </p:cNvPr>
            <p:cNvSpPr txBox="1"/>
            <p:nvPr/>
          </p:nvSpPr>
          <p:spPr>
            <a:xfrm>
              <a:off x="5858142" y="3516779"/>
              <a:ext cx="1082291" cy="40011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r"/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гранатомет СПГ-9 х2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5EC1B18-87F4-CEE3-E128-2EB6FE0C988A}"/>
                </a:ext>
              </a:extLst>
            </p:cNvPr>
            <p:cNvSpPr txBox="1"/>
            <p:nvPr/>
          </p:nvSpPr>
          <p:spPr>
            <a:xfrm>
              <a:off x="5822307" y="3577397"/>
              <a:ext cx="1082291" cy="40011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гранатомет СПГ-9 х2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14" name="Группа 213">
            <a:extLst>
              <a:ext uri="{FF2B5EF4-FFF2-40B4-BE49-F238E27FC236}">
                <a16:creationId xmlns:a16="http://schemas.microsoft.com/office/drawing/2014/main" id="{91E85B2F-5205-85C7-A958-C46AC65AE36D}"/>
              </a:ext>
            </a:extLst>
          </p:cNvPr>
          <p:cNvGrpSpPr/>
          <p:nvPr/>
        </p:nvGrpSpPr>
        <p:grpSpPr>
          <a:xfrm>
            <a:off x="7485336" y="3429000"/>
            <a:ext cx="1321832" cy="292388"/>
            <a:chOff x="8086693" y="3451563"/>
            <a:chExt cx="1321832" cy="292388"/>
          </a:xfrm>
          <a:solidFill>
            <a:schemeClr val="bg1"/>
          </a:solidFill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8E00EE30-F675-3FEC-9C37-FAD82675D56C}"/>
                </a:ext>
              </a:extLst>
            </p:cNvPr>
            <p:cNvSpPr txBox="1"/>
            <p:nvPr/>
          </p:nvSpPr>
          <p:spPr>
            <a:xfrm>
              <a:off x="8129319" y="3451563"/>
              <a:ext cx="1279206" cy="246221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ПТУРС х2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3E2905DE-5B31-FF16-954B-80A0E593A7FF}"/>
                </a:ext>
              </a:extLst>
            </p:cNvPr>
            <p:cNvSpPr txBox="1"/>
            <p:nvPr/>
          </p:nvSpPr>
          <p:spPr>
            <a:xfrm>
              <a:off x="8086693" y="3497730"/>
              <a:ext cx="1279206" cy="246221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ПТУРС х2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56" name="Соединитель: уступ 55">
            <a:extLst>
              <a:ext uri="{FF2B5EF4-FFF2-40B4-BE49-F238E27FC236}">
                <a16:creationId xmlns:a16="http://schemas.microsoft.com/office/drawing/2014/main" id="{5A192DF6-474B-2135-49D0-6F44957A5D89}"/>
              </a:ext>
            </a:extLst>
          </p:cNvPr>
          <p:cNvCxnSpPr>
            <a:cxnSpLocks/>
            <a:stCxn id="16" idx="2"/>
            <a:endCxn id="35" idx="0"/>
          </p:cNvCxnSpPr>
          <p:nvPr/>
        </p:nvCxnSpPr>
        <p:spPr>
          <a:xfrm rot="5400000">
            <a:off x="6456535" y="1589993"/>
            <a:ext cx="1284915" cy="545161"/>
          </a:xfrm>
          <a:prstGeom prst="bentConnector3">
            <a:avLst>
              <a:gd name="adj1" fmla="val 7471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9" name="Соединитель: уступ 68">
            <a:extLst>
              <a:ext uri="{FF2B5EF4-FFF2-40B4-BE49-F238E27FC236}">
                <a16:creationId xmlns:a16="http://schemas.microsoft.com/office/drawing/2014/main" id="{0F802DFD-AA96-8099-94BC-A292E2888457}"/>
              </a:ext>
            </a:extLst>
          </p:cNvPr>
          <p:cNvCxnSpPr>
            <a:cxnSpLocks/>
          </p:cNvCxnSpPr>
          <p:nvPr/>
        </p:nvCxnSpPr>
        <p:spPr>
          <a:xfrm rot="16200000" flipH="1">
            <a:off x="7170357" y="1423712"/>
            <a:ext cx="1241273" cy="838842"/>
          </a:xfrm>
          <a:prstGeom prst="bentConnector3">
            <a:avLst>
              <a:gd name="adj1" fmla="val 77049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FC823392-41A4-577B-0830-0B60639C3100}"/>
              </a:ext>
            </a:extLst>
          </p:cNvPr>
          <p:cNvSpPr txBox="1"/>
          <p:nvPr/>
        </p:nvSpPr>
        <p:spPr>
          <a:xfrm>
            <a:off x="9171692" y="1685787"/>
            <a:ext cx="962660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командир отде­ления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BA72F12-380C-C378-A59E-C00A728C4E93}"/>
              </a:ext>
            </a:extLst>
          </p:cNvPr>
          <p:cNvSpPr txBox="1"/>
          <p:nvPr/>
        </p:nvSpPr>
        <p:spPr>
          <a:xfrm>
            <a:off x="9171692" y="2198173"/>
            <a:ext cx="962660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водитель-автослесарь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25E92535-2532-054E-C73B-48312397D75A}"/>
              </a:ext>
            </a:extLst>
          </p:cNvPr>
          <p:cNvSpPr txBox="1"/>
          <p:nvPr/>
        </p:nvSpPr>
        <p:spPr>
          <a:xfrm>
            <a:off x="9182041" y="2703923"/>
            <a:ext cx="962660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старший механик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71" name="Соединитель: уступ 70">
            <a:extLst>
              <a:ext uri="{FF2B5EF4-FFF2-40B4-BE49-F238E27FC236}">
                <a16:creationId xmlns:a16="http://schemas.microsoft.com/office/drawing/2014/main" id="{7063A897-A3DA-B610-75F1-679C6F1CF29A}"/>
              </a:ext>
            </a:extLst>
          </p:cNvPr>
          <p:cNvCxnSpPr>
            <a:cxnSpLocks/>
            <a:stCxn id="20" idx="2"/>
            <a:endCxn id="59" idx="1"/>
          </p:cNvCxnSpPr>
          <p:nvPr/>
        </p:nvCxnSpPr>
        <p:spPr>
          <a:xfrm rot="16200000" flipH="1">
            <a:off x="8897191" y="1611341"/>
            <a:ext cx="333462" cy="215540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8" name="Соединитель: уступ 77">
            <a:extLst>
              <a:ext uri="{FF2B5EF4-FFF2-40B4-BE49-F238E27FC236}">
                <a16:creationId xmlns:a16="http://schemas.microsoft.com/office/drawing/2014/main" id="{EE338C7C-E5FC-DE2C-1F9D-444E24D0A019}"/>
              </a:ext>
            </a:extLst>
          </p:cNvPr>
          <p:cNvCxnSpPr>
            <a:cxnSpLocks/>
            <a:stCxn id="20" idx="2"/>
            <a:endCxn id="60" idx="1"/>
          </p:cNvCxnSpPr>
          <p:nvPr/>
        </p:nvCxnSpPr>
        <p:spPr>
          <a:xfrm rot="16200000" flipH="1">
            <a:off x="8640998" y="1867534"/>
            <a:ext cx="845848" cy="215540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1" name="Соединитель: уступ 80">
            <a:extLst>
              <a:ext uri="{FF2B5EF4-FFF2-40B4-BE49-F238E27FC236}">
                <a16:creationId xmlns:a16="http://schemas.microsoft.com/office/drawing/2014/main" id="{39067451-424C-E8DE-9571-AEA5C0DDBC17}"/>
              </a:ext>
            </a:extLst>
          </p:cNvPr>
          <p:cNvCxnSpPr>
            <a:cxnSpLocks/>
            <a:stCxn id="20" idx="2"/>
            <a:endCxn id="65" idx="1"/>
          </p:cNvCxnSpPr>
          <p:nvPr/>
        </p:nvCxnSpPr>
        <p:spPr>
          <a:xfrm rot="16200000" flipH="1">
            <a:off x="8393297" y="2115234"/>
            <a:ext cx="1351598" cy="22588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7" name="Соединитель: уступ 196">
            <a:extLst>
              <a:ext uri="{FF2B5EF4-FFF2-40B4-BE49-F238E27FC236}">
                <a16:creationId xmlns:a16="http://schemas.microsoft.com/office/drawing/2014/main" id="{92A09016-8156-34BA-4E31-2BC7156F2FE7}"/>
              </a:ext>
            </a:extLst>
          </p:cNvPr>
          <p:cNvCxnSpPr>
            <a:cxnSpLocks/>
            <a:stCxn id="3" idx="2"/>
            <a:endCxn id="8" idx="1"/>
          </p:cNvCxnSpPr>
          <p:nvPr/>
        </p:nvCxnSpPr>
        <p:spPr>
          <a:xfrm rot="16200000" flipH="1">
            <a:off x="453875" y="1516639"/>
            <a:ext cx="670281" cy="9542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0" name="Соединитель: уступ 199">
            <a:extLst>
              <a:ext uri="{FF2B5EF4-FFF2-40B4-BE49-F238E27FC236}">
                <a16:creationId xmlns:a16="http://schemas.microsoft.com/office/drawing/2014/main" id="{F18FE2E1-6D0E-073A-D763-1337A2CF380F}"/>
              </a:ext>
            </a:extLst>
          </p:cNvPr>
          <p:cNvCxnSpPr>
            <a:cxnSpLocks/>
            <a:stCxn id="3" idx="2"/>
            <a:endCxn id="11" idx="1"/>
          </p:cNvCxnSpPr>
          <p:nvPr/>
        </p:nvCxnSpPr>
        <p:spPr>
          <a:xfrm rot="16200000" flipH="1">
            <a:off x="228960" y="1741555"/>
            <a:ext cx="1138236" cy="113554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3" name="Соединитель: уступ 202">
            <a:extLst>
              <a:ext uri="{FF2B5EF4-FFF2-40B4-BE49-F238E27FC236}">
                <a16:creationId xmlns:a16="http://schemas.microsoft.com/office/drawing/2014/main" id="{11EFCDC4-69E0-9A2B-53EE-90C0CB322A0E}"/>
              </a:ext>
            </a:extLst>
          </p:cNvPr>
          <p:cNvCxnSpPr>
            <a:cxnSpLocks/>
            <a:stCxn id="3" idx="2"/>
            <a:endCxn id="9" idx="1"/>
          </p:cNvCxnSpPr>
          <p:nvPr/>
        </p:nvCxnSpPr>
        <p:spPr>
          <a:xfrm rot="16200000" flipH="1">
            <a:off x="-29265" y="1999779"/>
            <a:ext cx="1646233" cy="105101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8" name="Соединитель: уступ 207">
            <a:extLst>
              <a:ext uri="{FF2B5EF4-FFF2-40B4-BE49-F238E27FC236}">
                <a16:creationId xmlns:a16="http://schemas.microsoft.com/office/drawing/2014/main" id="{D7E204A0-88D2-A8C1-C508-515DAB91CE6D}"/>
              </a:ext>
            </a:extLst>
          </p:cNvPr>
          <p:cNvCxnSpPr>
            <a:cxnSpLocks/>
            <a:stCxn id="14" idx="2"/>
            <a:endCxn id="32" idx="0"/>
          </p:cNvCxnSpPr>
          <p:nvPr/>
        </p:nvCxnSpPr>
        <p:spPr>
          <a:xfrm rot="5400000">
            <a:off x="5567462" y="1295257"/>
            <a:ext cx="337026" cy="189957"/>
          </a:xfrm>
          <a:prstGeom prst="bentConnector3">
            <a:avLst>
              <a:gd name="adj1" fmla="val 51884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6" name="Прямая со стрелкой 215">
            <a:extLst>
              <a:ext uri="{FF2B5EF4-FFF2-40B4-BE49-F238E27FC236}">
                <a16:creationId xmlns:a16="http://schemas.microsoft.com/office/drawing/2014/main" id="{B3F70944-3E60-B44E-DE4A-6C1936B72767}"/>
              </a:ext>
            </a:extLst>
          </p:cNvPr>
          <p:cNvCxnSpPr>
            <a:cxnSpLocks/>
            <a:stCxn id="35" idx="2"/>
            <a:endCxn id="62" idx="0"/>
          </p:cNvCxnSpPr>
          <p:nvPr/>
        </p:nvCxnSpPr>
        <p:spPr>
          <a:xfrm>
            <a:off x="6826411" y="3212917"/>
            <a:ext cx="3693" cy="1366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Прямая со стрелкой 219">
            <a:extLst>
              <a:ext uri="{FF2B5EF4-FFF2-40B4-BE49-F238E27FC236}">
                <a16:creationId xmlns:a16="http://schemas.microsoft.com/office/drawing/2014/main" id="{A90CE35D-DC13-0701-B9AE-69C686BB6A43}"/>
              </a:ext>
            </a:extLst>
          </p:cNvPr>
          <p:cNvCxnSpPr>
            <a:cxnSpLocks/>
            <a:stCxn id="52" idx="2"/>
            <a:endCxn id="64" idx="0"/>
          </p:cNvCxnSpPr>
          <p:nvPr/>
        </p:nvCxnSpPr>
        <p:spPr>
          <a:xfrm>
            <a:off x="8164143" y="3212917"/>
            <a:ext cx="3422" cy="2160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8749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6000">
        <p159:morph option="byObject"/>
      </p:transition>
    </mc:Choice>
    <mc:Fallback>
      <p:transition spd="slow" advTm="60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AD2EB-2A14-0C17-B0CC-C1FDF83FD7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0D3E3B11-5C37-DD56-859C-E18F1C0CC9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1992" y="322279"/>
            <a:ext cx="9144000" cy="311020"/>
          </a:xfrm>
          <a:solidFill>
            <a:schemeClr val="bg1"/>
          </a:solidFill>
          <a:ln w="19050">
            <a:noFill/>
          </a:ln>
        </p:spPr>
        <p:txBody>
          <a:bodyPr>
            <a:normAutofit fontScale="90000"/>
          </a:bodyPr>
          <a:lstStyle/>
          <a:p>
            <a:r>
              <a:rPr lang="ru-RU" sz="1800" dirty="0">
                <a:latin typeface="Segoe UI" panose="020B0502040204020203" pitchFamily="34" charset="0"/>
                <a:cs typeface="Segoe UI" panose="020B0502040204020203" pitchFamily="34" charset="0"/>
              </a:rPr>
              <a:t>Командир батальона</a:t>
            </a:r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12B8E645-BABB-93B4-CACF-976AC4CAD4C3}"/>
              </a:ext>
            </a:extLst>
          </p:cNvPr>
          <p:cNvCxnSpPr>
            <a:cxnSpLocks/>
          </p:cNvCxnSpPr>
          <p:nvPr/>
        </p:nvCxnSpPr>
        <p:spPr>
          <a:xfrm>
            <a:off x="743342" y="658180"/>
            <a:ext cx="107053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9A7C391A-5AEF-2594-6B63-F9F5580A77B1}"/>
              </a:ext>
            </a:extLst>
          </p:cNvPr>
          <p:cNvCxnSpPr>
            <a:cxnSpLocks/>
          </p:cNvCxnSpPr>
          <p:nvPr/>
        </p:nvCxnSpPr>
        <p:spPr>
          <a:xfrm>
            <a:off x="743342" y="658180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EE0FAB17-9C15-9416-2D4D-F5216A87140F}"/>
              </a:ext>
            </a:extLst>
          </p:cNvPr>
          <p:cNvCxnSpPr>
            <a:cxnSpLocks/>
          </p:cNvCxnSpPr>
          <p:nvPr/>
        </p:nvCxnSpPr>
        <p:spPr>
          <a:xfrm>
            <a:off x="1807029" y="658180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6D797940-006A-A896-20E8-6BB48D702B06}"/>
              </a:ext>
            </a:extLst>
          </p:cNvPr>
          <p:cNvCxnSpPr>
            <a:cxnSpLocks/>
          </p:cNvCxnSpPr>
          <p:nvPr/>
        </p:nvCxnSpPr>
        <p:spPr>
          <a:xfrm>
            <a:off x="3050042" y="664407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7255A2DD-664C-D57F-BA08-86BF558BA3C5}"/>
              </a:ext>
            </a:extLst>
          </p:cNvPr>
          <p:cNvCxnSpPr>
            <a:cxnSpLocks/>
          </p:cNvCxnSpPr>
          <p:nvPr/>
        </p:nvCxnSpPr>
        <p:spPr>
          <a:xfrm>
            <a:off x="4678817" y="664407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BA2415B2-8A74-DF62-2A43-ED0A6D6AF5D8}"/>
              </a:ext>
            </a:extLst>
          </p:cNvPr>
          <p:cNvCxnSpPr>
            <a:cxnSpLocks/>
          </p:cNvCxnSpPr>
          <p:nvPr/>
        </p:nvCxnSpPr>
        <p:spPr>
          <a:xfrm>
            <a:off x="5822307" y="664407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E7D5FB64-DDEE-DDD3-747E-66CD666E4459}"/>
              </a:ext>
            </a:extLst>
          </p:cNvPr>
          <p:cNvCxnSpPr>
            <a:cxnSpLocks/>
          </p:cNvCxnSpPr>
          <p:nvPr/>
        </p:nvCxnSpPr>
        <p:spPr>
          <a:xfrm>
            <a:off x="7274769" y="658180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3603D9B4-65DB-3EAE-1D67-3C4CD2AD141A}"/>
              </a:ext>
            </a:extLst>
          </p:cNvPr>
          <p:cNvCxnSpPr>
            <a:cxnSpLocks/>
          </p:cNvCxnSpPr>
          <p:nvPr/>
        </p:nvCxnSpPr>
        <p:spPr>
          <a:xfrm>
            <a:off x="8954278" y="664407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483F179F-1B1A-0E3F-EB8A-CF5118971D3A}"/>
              </a:ext>
            </a:extLst>
          </p:cNvPr>
          <p:cNvCxnSpPr>
            <a:cxnSpLocks/>
          </p:cNvCxnSpPr>
          <p:nvPr/>
        </p:nvCxnSpPr>
        <p:spPr>
          <a:xfrm>
            <a:off x="10191845" y="659786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793450EA-7CA8-B1CF-70A4-DC54800D4427}"/>
              </a:ext>
            </a:extLst>
          </p:cNvPr>
          <p:cNvCxnSpPr>
            <a:cxnSpLocks/>
          </p:cNvCxnSpPr>
          <p:nvPr/>
        </p:nvCxnSpPr>
        <p:spPr>
          <a:xfrm>
            <a:off x="11448658" y="664549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>
            <a:extLst>
              <a:ext uri="{FF2B5EF4-FFF2-40B4-BE49-F238E27FC236}">
                <a16:creationId xmlns:a16="http://schemas.microsoft.com/office/drawing/2014/main" id="{A66944F1-DF77-0328-66F2-8358AD4618A6}"/>
              </a:ext>
            </a:extLst>
          </p:cNvPr>
          <p:cNvCxnSpPr>
            <a:cxnSpLocks/>
          </p:cNvCxnSpPr>
          <p:nvPr/>
        </p:nvCxnSpPr>
        <p:spPr>
          <a:xfrm>
            <a:off x="6096000" y="560731"/>
            <a:ext cx="0" cy="10381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8282758F-9453-7F8C-4701-472509E34E6C}"/>
              </a:ext>
            </a:extLst>
          </p:cNvPr>
          <p:cNvSpPr/>
          <p:nvPr/>
        </p:nvSpPr>
        <p:spPr>
          <a:xfrm>
            <a:off x="84078" y="822814"/>
            <a:ext cx="1314446" cy="406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управление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6466B6B-A6BC-AE11-CB8F-546B9EDCCE68}"/>
              </a:ext>
            </a:extLst>
          </p:cNvPr>
          <p:cNvSpPr/>
          <p:nvPr/>
        </p:nvSpPr>
        <p:spPr>
          <a:xfrm>
            <a:off x="1567841" y="822814"/>
            <a:ext cx="667814" cy="406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штаб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263464EC-16A6-F590-E97F-9B97B4B2FF8F}"/>
              </a:ext>
            </a:extLst>
          </p:cNvPr>
          <p:cNvGrpSpPr/>
          <p:nvPr/>
        </p:nvGrpSpPr>
        <p:grpSpPr>
          <a:xfrm>
            <a:off x="2438094" y="806682"/>
            <a:ext cx="1609659" cy="492614"/>
            <a:chOff x="1730441" y="3429000"/>
            <a:chExt cx="1363042" cy="492614"/>
          </a:xfrm>
          <a:solidFill>
            <a:schemeClr val="bg1"/>
          </a:solidFill>
        </p:grpSpPr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2B5212D4-BA86-9780-EFB4-A454FCEAE727}"/>
                </a:ext>
              </a:extLst>
            </p:cNvPr>
            <p:cNvSpPr/>
            <p:nvPr/>
          </p:nvSpPr>
          <p:spPr>
            <a:xfrm>
              <a:off x="1779037" y="3429000"/>
              <a:ext cx="1314446" cy="4064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46801B68-D530-901C-2F61-380F8D1525B9}"/>
                </a:ext>
              </a:extLst>
            </p:cNvPr>
            <p:cNvSpPr/>
            <p:nvPr/>
          </p:nvSpPr>
          <p:spPr>
            <a:xfrm>
              <a:off x="1730441" y="3515214"/>
              <a:ext cx="1314446" cy="4064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kern="0" dirty="0">
                  <a:solidFill>
                    <a:schemeClr val="tx1"/>
                  </a:solidFill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мотострелковая рота х3</a:t>
              </a:r>
              <a:endParaRPr lang="ru-RU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C73E8953-4127-0504-50C9-463762D48450}"/>
              </a:ext>
            </a:extLst>
          </p:cNvPr>
          <p:cNvSpPr/>
          <p:nvPr/>
        </p:nvSpPr>
        <p:spPr>
          <a:xfrm>
            <a:off x="4304641" y="822814"/>
            <a:ext cx="748351" cy="406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взвод связи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2EC01261-8F2E-9C89-4BD1-865F60F52BD5}"/>
              </a:ext>
            </a:extLst>
          </p:cNvPr>
          <p:cNvSpPr/>
          <p:nvPr/>
        </p:nvSpPr>
        <p:spPr>
          <a:xfrm>
            <a:off x="5202007" y="815322"/>
            <a:ext cx="1257891" cy="406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минометная батарея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887E4C0-B4D6-1341-9CDB-0CC6EB4B9B66}"/>
              </a:ext>
            </a:extLst>
          </p:cNvPr>
          <p:cNvSpPr/>
          <p:nvPr/>
        </p:nvSpPr>
        <p:spPr>
          <a:xfrm>
            <a:off x="6531819" y="813716"/>
            <a:ext cx="1679506" cy="406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противотанковый взвод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42B34395-E14F-F6A9-9450-0C25185F5645}"/>
              </a:ext>
            </a:extLst>
          </p:cNvPr>
          <p:cNvSpPr/>
          <p:nvPr/>
        </p:nvSpPr>
        <p:spPr>
          <a:xfrm>
            <a:off x="8264061" y="813716"/>
            <a:ext cx="1384181" cy="73866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отделение технического обслуживания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F1940A97-CBE5-DF50-6FD3-405973CA2477}"/>
              </a:ext>
            </a:extLst>
          </p:cNvPr>
          <p:cNvSpPr/>
          <p:nvPr/>
        </p:nvSpPr>
        <p:spPr>
          <a:xfrm>
            <a:off x="9786439" y="833541"/>
            <a:ext cx="828424" cy="73866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взвод снабжения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F264DAEB-E552-81D8-0087-28CDEA32A0C1}"/>
              </a:ext>
            </a:extLst>
          </p:cNvPr>
          <p:cNvSpPr/>
          <p:nvPr/>
        </p:nvSpPr>
        <p:spPr>
          <a:xfrm>
            <a:off x="10854303" y="820085"/>
            <a:ext cx="1309603" cy="73866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батальонный медицинский пункт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EB116AA-527F-0122-44C2-D1E842887386}"/>
              </a:ext>
            </a:extLst>
          </p:cNvPr>
          <p:cNvSpPr txBox="1"/>
          <p:nvPr/>
        </p:nvSpPr>
        <p:spPr>
          <a:xfrm>
            <a:off x="3219450" y="0"/>
            <a:ext cx="6096000" cy="369332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z="1800" b="1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Мотострелковый батальон армии СССР</a:t>
            </a:r>
            <a:endParaRPr lang="ru-RU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6FA0351-0352-886E-6DA2-7647025A80E0}"/>
              </a:ext>
            </a:extLst>
          </p:cNvPr>
          <p:cNvSpPr txBox="1"/>
          <p:nvPr/>
        </p:nvSpPr>
        <p:spPr>
          <a:xfrm>
            <a:off x="847707" y="1353569"/>
            <a:ext cx="568385" cy="21544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8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комбат</a:t>
            </a:r>
            <a:endParaRPr lang="ru-RU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12E2D44-78C4-A3C9-A78A-72434F973A92}"/>
              </a:ext>
            </a:extLst>
          </p:cNvPr>
          <p:cNvSpPr txBox="1"/>
          <p:nvPr/>
        </p:nvSpPr>
        <p:spPr>
          <a:xfrm>
            <a:off x="836730" y="1668662"/>
            <a:ext cx="939960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8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по политической части</a:t>
            </a:r>
            <a:endParaRPr lang="ru-RU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EFDF6D-43B8-3F41-A343-2200A3041422}"/>
              </a:ext>
            </a:extLst>
          </p:cNvPr>
          <p:cNvSpPr txBox="1"/>
          <p:nvPr/>
        </p:nvSpPr>
        <p:spPr>
          <a:xfrm>
            <a:off x="846402" y="2644614"/>
            <a:ext cx="939960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8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по технической части </a:t>
            </a:r>
            <a:endParaRPr lang="ru-RU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4EC917-3F4B-676D-A531-66A6DA3261E0}"/>
              </a:ext>
            </a:extLst>
          </p:cNvPr>
          <p:cNvSpPr txBox="1"/>
          <p:nvPr/>
        </p:nvSpPr>
        <p:spPr>
          <a:xfrm>
            <a:off x="854855" y="2198173"/>
            <a:ext cx="678678" cy="33855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8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техник батальона</a:t>
            </a:r>
            <a:endParaRPr lang="ru-RU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9" name="Соединитель: уступ 28">
            <a:extLst>
              <a:ext uri="{FF2B5EF4-FFF2-40B4-BE49-F238E27FC236}">
                <a16:creationId xmlns:a16="http://schemas.microsoft.com/office/drawing/2014/main" id="{C8DDD7A1-3AEE-CE86-DAB0-2B63DC11861C}"/>
              </a:ext>
            </a:extLst>
          </p:cNvPr>
          <p:cNvCxnSpPr>
            <a:cxnSpLocks/>
            <a:stCxn id="3" idx="2"/>
            <a:endCxn id="2" idx="1"/>
          </p:cNvCxnSpPr>
          <p:nvPr/>
        </p:nvCxnSpPr>
        <p:spPr>
          <a:xfrm rot="16200000" flipH="1">
            <a:off x="678466" y="1292049"/>
            <a:ext cx="232077" cy="106406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DACAB9A-D788-C4B6-D72F-8D37F0FB95EF}"/>
              </a:ext>
            </a:extLst>
          </p:cNvPr>
          <p:cNvSpPr txBox="1"/>
          <p:nvPr/>
        </p:nvSpPr>
        <p:spPr>
          <a:xfrm>
            <a:off x="2069116" y="3766362"/>
            <a:ext cx="898668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начальник штаба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81DC6DE-1D75-8C2D-A793-EBD4BDE3C627}"/>
              </a:ext>
            </a:extLst>
          </p:cNvPr>
          <p:cNvSpPr txBox="1"/>
          <p:nvPr/>
        </p:nvSpPr>
        <p:spPr>
          <a:xfrm>
            <a:off x="2061496" y="3231219"/>
            <a:ext cx="990108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начальник связи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4E53B0A-62E0-DE41-792F-890CE2DC5B19}"/>
              </a:ext>
            </a:extLst>
          </p:cNvPr>
          <p:cNvSpPr txBox="1"/>
          <p:nvPr/>
        </p:nvSpPr>
        <p:spPr>
          <a:xfrm>
            <a:off x="2049938" y="1653148"/>
            <a:ext cx="976286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инструктор-дозиметрист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85550B2-16FC-4C03-9EE1-312D5CB688DF}"/>
              </a:ext>
            </a:extLst>
          </p:cNvPr>
          <p:cNvSpPr txBox="1"/>
          <p:nvPr/>
        </p:nvSpPr>
        <p:spPr>
          <a:xfrm>
            <a:off x="2062825" y="2831109"/>
            <a:ext cx="678678" cy="2462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писарь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B48F3A-6DC8-7410-8788-92A466DAB1DF}"/>
              </a:ext>
            </a:extLst>
          </p:cNvPr>
          <p:cNvSpPr txBox="1"/>
          <p:nvPr/>
        </p:nvSpPr>
        <p:spPr>
          <a:xfrm>
            <a:off x="2061496" y="2181659"/>
            <a:ext cx="906288" cy="55399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води­тел</a:t>
            </a:r>
            <a:r>
              <a:rPr lang="ru-RU" sz="10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ь</a:t>
            </a:r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бронетранспортера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6" name="Соединитель: уступ 45">
            <a:extLst>
              <a:ext uri="{FF2B5EF4-FFF2-40B4-BE49-F238E27FC236}">
                <a16:creationId xmlns:a16="http://schemas.microsoft.com/office/drawing/2014/main" id="{001D448B-C235-0635-37D9-D1D6C8838CE2}"/>
              </a:ext>
            </a:extLst>
          </p:cNvPr>
          <p:cNvCxnSpPr>
            <a:cxnSpLocks/>
            <a:stCxn id="4" idx="2"/>
            <a:endCxn id="19" idx="1"/>
          </p:cNvCxnSpPr>
          <p:nvPr/>
        </p:nvCxnSpPr>
        <p:spPr>
          <a:xfrm rot="16200000" flipH="1">
            <a:off x="1119783" y="2011178"/>
            <a:ext cx="1725006" cy="161077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9" name="Соединитель: уступ 48">
            <a:extLst>
              <a:ext uri="{FF2B5EF4-FFF2-40B4-BE49-F238E27FC236}">
                <a16:creationId xmlns:a16="http://schemas.microsoft.com/office/drawing/2014/main" id="{CC4C4563-36A7-FB8C-7578-9F9B8E8D96AC}"/>
              </a:ext>
            </a:extLst>
          </p:cNvPr>
          <p:cNvCxnSpPr>
            <a:cxnSpLocks/>
            <a:stCxn id="4" idx="2"/>
            <a:endCxn id="18" idx="1"/>
          </p:cNvCxnSpPr>
          <p:nvPr/>
        </p:nvCxnSpPr>
        <p:spPr>
          <a:xfrm rot="16200000" flipH="1">
            <a:off x="1663849" y="1467113"/>
            <a:ext cx="623989" cy="148190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4" name="Соединитель: уступ 53">
            <a:extLst>
              <a:ext uri="{FF2B5EF4-FFF2-40B4-BE49-F238E27FC236}">
                <a16:creationId xmlns:a16="http://schemas.microsoft.com/office/drawing/2014/main" id="{AFFF8421-9419-2D7D-276F-BED0BBE0BCC5}"/>
              </a:ext>
            </a:extLst>
          </p:cNvPr>
          <p:cNvCxnSpPr>
            <a:cxnSpLocks/>
            <a:stCxn id="4" idx="2"/>
            <a:endCxn id="15" idx="1"/>
          </p:cNvCxnSpPr>
          <p:nvPr/>
        </p:nvCxnSpPr>
        <p:spPr>
          <a:xfrm rot="16200000" flipH="1">
            <a:off x="616831" y="2514131"/>
            <a:ext cx="2737203" cy="167368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8" name="Соединитель: уступ 57">
            <a:extLst>
              <a:ext uri="{FF2B5EF4-FFF2-40B4-BE49-F238E27FC236}">
                <a16:creationId xmlns:a16="http://schemas.microsoft.com/office/drawing/2014/main" id="{0415563E-F0A1-657F-2D52-F3879872A21A}"/>
              </a:ext>
            </a:extLst>
          </p:cNvPr>
          <p:cNvCxnSpPr>
            <a:cxnSpLocks/>
            <a:stCxn id="4" idx="2"/>
            <a:endCxn id="17" idx="1"/>
          </p:cNvCxnSpPr>
          <p:nvPr/>
        </p:nvCxnSpPr>
        <p:spPr>
          <a:xfrm rot="16200000" flipH="1">
            <a:off x="880592" y="2250370"/>
            <a:ext cx="2202060" cy="159748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3" name="Соединитель: уступ 62">
            <a:extLst>
              <a:ext uri="{FF2B5EF4-FFF2-40B4-BE49-F238E27FC236}">
                <a16:creationId xmlns:a16="http://schemas.microsoft.com/office/drawing/2014/main" id="{2763E467-D4E9-A537-912E-7F2F3A854852}"/>
              </a:ext>
            </a:extLst>
          </p:cNvPr>
          <p:cNvCxnSpPr>
            <a:cxnSpLocks/>
            <a:stCxn id="4" idx="2"/>
            <a:endCxn id="21" idx="1"/>
          </p:cNvCxnSpPr>
          <p:nvPr/>
        </p:nvCxnSpPr>
        <p:spPr>
          <a:xfrm rot="16200000" flipH="1">
            <a:off x="1366900" y="1764062"/>
            <a:ext cx="1229444" cy="159748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6AECC6D4-4679-74B2-AE23-429BA97485F2}"/>
              </a:ext>
            </a:extLst>
          </p:cNvPr>
          <p:cNvSpPr txBox="1"/>
          <p:nvPr/>
        </p:nvSpPr>
        <p:spPr>
          <a:xfrm>
            <a:off x="2068623" y="4290885"/>
            <a:ext cx="545306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9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взво­д связи</a:t>
            </a:r>
            <a:endParaRPr lang="ru-RU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73" name="Соединитель: уступ 72">
            <a:extLst>
              <a:ext uri="{FF2B5EF4-FFF2-40B4-BE49-F238E27FC236}">
                <a16:creationId xmlns:a16="http://schemas.microsoft.com/office/drawing/2014/main" id="{B3556161-2BB7-580F-17C6-A4AA833BB6F9}"/>
              </a:ext>
            </a:extLst>
          </p:cNvPr>
          <p:cNvCxnSpPr>
            <a:cxnSpLocks/>
            <a:stCxn id="4" idx="2"/>
            <a:endCxn id="72" idx="1"/>
          </p:cNvCxnSpPr>
          <p:nvPr/>
        </p:nvCxnSpPr>
        <p:spPr>
          <a:xfrm rot="16200000" flipH="1">
            <a:off x="362017" y="2768944"/>
            <a:ext cx="3246337" cy="166875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B152253-9FBA-75B5-EA35-8867B3FA351B}"/>
              </a:ext>
            </a:extLst>
          </p:cNvPr>
          <p:cNvSpPr txBox="1"/>
          <p:nvPr/>
        </p:nvSpPr>
        <p:spPr>
          <a:xfrm>
            <a:off x="3982429" y="1569013"/>
            <a:ext cx="918728" cy="2462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управление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47" name="Группа 46">
            <a:extLst>
              <a:ext uri="{FF2B5EF4-FFF2-40B4-BE49-F238E27FC236}">
                <a16:creationId xmlns:a16="http://schemas.microsoft.com/office/drawing/2014/main" id="{561DC970-0F19-6FB3-DD7E-E829F0C91893}"/>
              </a:ext>
            </a:extLst>
          </p:cNvPr>
          <p:cNvGrpSpPr/>
          <p:nvPr/>
        </p:nvGrpSpPr>
        <p:grpSpPr>
          <a:xfrm>
            <a:off x="5154227" y="1558748"/>
            <a:ext cx="946133" cy="278140"/>
            <a:chOff x="6716528" y="3207053"/>
            <a:chExt cx="946133" cy="278140"/>
          </a:xfrm>
          <a:solidFill>
            <a:schemeClr val="bg1"/>
          </a:solidFill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27B11DB-7775-FEBE-4EC9-8FEAD53B9DFC}"/>
                </a:ext>
              </a:extLst>
            </p:cNvPr>
            <p:cNvSpPr txBox="1"/>
            <p:nvPr/>
          </p:nvSpPr>
          <p:spPr>
            <a:xfrm>
              <a:off x="6743933" y="3207053"/>
              <a:ext cx="918728" cy="246221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0D6520B-748A-1874-5F22-EB325F41D77D}"/>
                </a:ext>
              </a:extLst>
            </p:cNvPr>
            <p:cNvSpPr txBox="1"/>
            <p:nvPr/>
          </p:nvSpPr>
          <p:spPr>
            <a:xfrm>
              <a:off x="6716528" y="3238972"/>
              <a:ext cx="918728" cy="246221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в</a:t>
              </a:r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звод </a:t>
              </a:r>
              <a:r>
                <a:rPr lang="en-US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x2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8" name="Группа 47">
            <a:extLst>
              <a:ext uri="{FF2B5EF4-FFF2-40B4-BE49-F238E27FC236}">
                <a16:creationId xmlns:a16="http://schemas.microsoft.com/office/drawing/2014/main" id="{68D5F1BD-D8DC-82C8-B4D4-5C4F106F8CF8}"/>
              </a:ext>
            </a:extLst>
          </p:cNvPr>
          <p:cNvGrpSpPr/>
          <p:nvPr/>
        </p:nvGrpSpPr>
        <p:grpSpPr>
          <a:xfrm>
            <a:off x="6235523" y="1552379"/>
            <a:ext cx="958833" cy="432029"/>
            <a:chOff x="6703828" y="3507686"/>
            <a:chExt cx="958833" cy="432029"/>
          </a:xfrm>
          <a:solidFill>
            <a:schemeClr val="bg1"/>
          </a:solidFill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C524EE2-908D-056A-9252-B8E2F8249F3B}"/>
                </a:ext>
              </a:extLst>
            </p:cNvPr>
            <p:cNvSpPr txBox="1"/>
            <p:nvPr/>
          </p:nvSpPr>
          <p:spPr>
            <a:xfrm>
              <a:off x="6743933" y="3507686"/>
              <a:ext cx="918728" cy="40011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120-мм миномет х3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8A40677C-0C14-2297-D982-05530BA7CE19}"/>
                </a:ext>
              </a:extLst>
            </p:cNvPr>
            <p:cNvSpPr txBox="1"/>
            <p:nvPr/>
          </p:nvSpPr>
          <p:spPr>
            <a:xfrm>
              <a:off x="6703828" y="3539605"/>
              <a:ext cx="918728" cy="40011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120-мм миномет х3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51" name="Соединитель: уступ 50">
            <a:extLst>
              <a:ext uri="{FF2B5EF4-FFF2-40B4-BE49-F238E27FC236}">
                <a16:creationId xmlns:a16="http://schemas.microsoft.com/office/drawing/2014/main" id="{31BA8148-25B1-0254-23B3-A1EB3C3E965E}"/>
              </a:ext>
            </a:extLst>
          </p:cNvPr>
          <p:cNvCxnSpPr>
            <a:cxnSpLocks/>
            <a:stCxn id="14" idx="2"/>
            <a:endCxn id="27" idx="0"/>
          </p:cNvCxnSpPr>
          <p:nvPr/>
        </p:nvCxnSpPr>
        <p:spPr>
          <a:xfrm rot="5400000">
            <a:off x="4962728" y="700787"/>
            <a:ext cx="347291" cy="138916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7" name="Соединитель: уступ 56">
            <a:extLst>
              <a:ext uri="{FF2B5EF4-FFF2-40B4-BE49-F238E27FC236}">
                <a16:creationId xmlns:a16="http://schemas.microsoft.com/office/drawing/2014/main" id="{B30B0EA8-209D-AC76-712F-9C1AC84C702B}"/>
              </a:ext>
            </a:extLst>
          </p:cNvPr>
          <p:cNvCxnSpPr>
            <a:cxnSpLocks/>
            <a:stCxn id="14" idx="2"/>
            <a:endCxn id="40" idx="0"/>
          </p:cNvCxnSpPr>
          <p:nvPr/>
        </p:nvCxnSpPr>
        <p:spPr>
          <a:xfrm rot="16200000" flipH="1">
            <a:off x="6117644" y="935030"/>
            <a:ext cx="330657" cy="904039"/>
          </a:xfrm>
          <a:prstGeom prst="bentConnector3">
            <a:avLst>
              <a:gd name="adj1" fmla="val 52881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9463F28F-08E0-6AB5-A0D8-3726AD49B844}"/>
              </a:ext>
            </a:extLst>
          </p:cNvPr>
          <p:cNvSpPr txBox="1"/>
          <p:nvPr/>
        </p:nvSpPr>
        <p:spPr>
          <a:xfrm>
            <a:off x="6210620" y="2505031"/>
            <a:ext cx="1231581" cy="70788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отделение станковых противо­танковых гранатометов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85" name="Группа 84">
            <a:extLst>
              <a:ext uri="{FF2B5EF4-FFF2-40B4-BE49-F238E27FC236}">
                <a16:creationId xmlns:a16="http://schemas.microsoft.com/office/drawing/2014/main" id="{B609C99F-AA9F-807D-49BE-400B13FA5D7C}"/>
              </a:ext>
            </a:extLst>
          </p:cNvPr>
          <p:cNvGrpSpPr/>
          <p:nvPr/>
        </p:nvGrpSpPr>
        <p:grpSpPr>
          <a:xfrm>
            <a:off x="7532265" y="2461389"/>
            <a:ext cx="1310026" cy="751528"/>
            <a:chOff x="7532265" y="2461389"/>
            <a:chExt cx="1310026" cy="751528"/>
          </a:xfrm>
          <a:solidFill>
            <a:schemeClr val="bg1"/>
          </a:solidFill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6E05C125-E897-4B59-9F6D-832E30693571}"/>
                </a:ext>
              </a:extLst>
            </p:cNvPr>
            <p:cNvSpPr txBox="1"/>
            <p:nvPr/>
          </p:nvSpPr>
          <p:spPr>
            <a:xfrm>
              <a:off x="7578536" y="2461389"/>
              <a:ext cx="1263755" cy="707886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отделе­ние противотанковых управляемых ракет х2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97997D3-0BE6-C266-FFDD-6CFD13E0909B}"/>
                </a:ext>
              </a:extLst>
            </p:cNvPr>
            <p:cNvSpPr txBox="1"/>
            <p:nvPr/>
          </p:nvSpPr>
          <p:spPr>
            <a:xfrm>
              <a:off x="7532265" y="2505031"/>
              <a:ext cx="1263755" cy="707886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отделе­ние противотанковых управляемых ракет х2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13" name="Группа 212">
            <a:extLst>
              <a:ext uri="{FF2B5EF4-FFF2-40B4-BE49-F238E27FC236}">
                <a16:creationId xmlns:a16="http://schemas.microsoft.com/office/drawing/2014/main" id="{92BCA233-1213-C33E-DF8A-6EA063299EBA}"/>
              </a:ext>
            </a:extLst>
          </p:cNvPr>
          <p:cNvGrpSpPr/>
          <p:nvPr/>
        </p:nvGrpSpPr>
        <p:grpSpPr>
          <a:xfrm>
            <a:off x="6253123" y="3349598"/>
            <a:ext cx="1118126" cy="460728"/>
            <a:chOff x="5822307" y="3516779"/>
            <a:chExt cx="1118126" cy="460728"/>
          </a:xfrm>
          <a:solidFill>
            <a:schemeClr val="bg1"/>
          </a:solidFill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2811484A-2905-3A4C-439C-7C2010225C63}"/>
                </a:ext>
              </a:extLst>
            </p:cNvPr>
            <p:cNvSpPr txBox="1"/>
            <p:nvPr/>
          </p:nvSpPr>
          <p:spPr>
            <a:xfrm>
              <a:off x="5858142" y="3516779"/>
              <a:ext cx="1082291" cy="40011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r"/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гранатомет СПГ-9 х2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E57FAF45-57CF-25D3-2A1A-B691A394E54E}"/>
                </a:ext>
              </a:extLst>
            </p:cNvPr>
            <p:cNvSpPr txBox="1"/>
            <p:nvPr/>
          </p:nvSpPr>
          <p:spPr>
            <a:xfrm>
              <a:off x="5822307" y="3577397"/>
              <a:ext cx="1082291" cy="40011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гранатомет СПГ-9 х2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14" name="Группа 213">
            <a:extLst>
              <a:ext uri="{FF2B5EF4-FFF2-40B4-BE49-F238E27FC236}">
                <a16:creationId xmlns:a16="http://schemas.microsoft.com/office/drawing/2014/main" id="{D51010CB-59F1-A08F-A108-7FBBF66B8A53}"/>
              </a:ext>
            </a:extLst>
          </p:cNvPr>
          <p:cNvGrpSpPr/>
          <p:nvPr/>
        </p:nvGrpSpPr>
        <p:grpSpPr>
          <a:xfrm>
            <a:off x="7485336" y="3429000"/>
            <a:ext cx="1321832" cy="292388"/>
            <a:chOff x="8086693" y="3451563"/>
            <a:chExt cx="1321832" cy="292388"/>
          </a:xfrm>
          <a:solidFill>
            <a:schemeClr val="bg1"/>
          </a:solidFill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4CF62F0A-E886-7F75-CAFF-C58ED6BCC424}"/>
                </a:ext>
              </a:extLst>
            </p:cNvPr>
            <p:cNvSpPr txBox="1"/>
            <p:nvPr/>
          </p:nvSpPr>
          <p:spPr>
            <a:xfrm>
              <a:off x="8129319" y="3451563"/>
              <a:ext cx="1279206" cy="246221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ПТУРС х2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832A8CC-4C46-A953-2693-7510653B53EF}"/>
                </a:ext>
              </a:extLst>
            </p:cNvPr>
            <p:cNvSpPr txBox="1"/>
            <p:nvPr/>
          </p:nvSpPr>
          <p:spPr>
            <a:xfrm>
              <a:off x="8086693" y="3497730"/>
              <a:ext cx="1279206" cy="246221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ПТУРС х2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56" name="Соединитель: уступ 55">
            <a:extLst>
              <a:ext uri="{FF2B5EF4-FFF2-40B4-BE49-F238E27FC236}">
                <a16:creationId xmlns:a16="http://schemas.microsoft.com/office/drawing/2014/main" id="{46E1ED70-E6E4-C156-ADD6-94B24EB966B0}"/>
              </a:ext>
            </a:extLst>
          </p:cNvPr>
          <p:cNvCxnSpPr>
            <a:cxnSpLocks/>
            <a:stCxn id="16" idx="2"/>
            <a:endCxn id="35" idx="0"/>
          </p:cNvCxnSpPr>
          <p:nvPr/>
        </p:nvCxnSpPr>
        <p:spPr>
          <a:xfrm rot="5400000">
            <a:off x="6456535" y="1589993"/>
            <a:ext cx="1284915" cy="545161"/>
          </a:xfrm>
          <a:prstGeom prst="bentConnector3">
            <a:avLst>
              <a:gd name="adj1" fmla="val 7471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9" name="Соединитель: уступ 68">
            <a:extLst>
              <a:ext uri="{FF2B5EF4-FFF2-40B4-BE49-F238E27FC236}">
                <a16:creationId xmlns:a16="http://schemas.microsoft.com/office/drawing/2014/main" id="{56997568-B91E-D8A1-7BE6-0121D9C8A2DE}"/>
              </a:ext>
            </a:extLst>
          </p:cNvPr>
          <p:cNvCxnSpPr>
            <a:cxnSpLocks/>
          </p:cNvCxnSpPr>
          <p:nvPr/>
        </p:nvCxnSpPr>
        <p:spPr>
          <a:xfrm rot="16200000" flipH="1">
            <a:off x="7170357" y="1416569"/>
            <a:ext cx="1241273" cy="838842"/>
          </a:xfrm>
          <a:prstGeom prst="bentConnector3">
            <a:avLst>
              <a:gd name="adj1" fmla="val 77625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4B28F121-FFAB-72F2-27D0-7C98ECF1C4CE}"/>
              </a:ext>
            </a:extLst>
          </p:cNvPr>
          <p:cNvSpPr txBox="1"/>
          <p:nvPr/>
        </p:nvSpPr>
        <p:spPr>
          <a:xfrm>
            <a:off x="9171692" y="1685787"/>
            <a:ext cx="962660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командир отде­ления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EB5986F-0F69-47EF-95C8-95400F7DE192}"/>
              </a:ext>
            </a:extLst>
          </p:cNvPr>
          <p:cNvSpPr txBox="1"/>
          <p:nvPr/>
        </p:nvSpPr>
        <p:spPr>
          <a:xfrm>
            <a:off x="9171692" y="2198173"/>
            <a:ext cx="962660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водитель-автослесарь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0B1CA35-1605-6A8A-1B5E-4871AE93678D}"/>
              </a:ext>
            </a:extLst>
          </p:cNvPr>
          <p:cNvSpPr txBox="1"/>
          <p:nvPr/>
        </p:nvSpPr>
        <p:spPr>
          <a:xfrm>
            <a:off x="9182041" y="2703923"/>
            <a:ext cx="962660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старший механик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71" name="Соединитель: уступ 70">
            <a:extLst>
              <a:ext uri="{FF2B5EF4-FFF2-40B4-BE49-F238E27FC236}">
                <a16:creationId xmlns:a16="http://schemas.microsoft.com/office/drawing/2014/main" id="{4F6AF234-EF8B-FFF1-E157-80C37778527E}"/>
              </a:ext>
            </a:extLst>
          </p:cNvPr>
          <p:cNvCxnSpPr>
            <a:cxnSpLocks/>
            <a:stCxn id="20" idx="2"/>
            <a:endCxn id="59" idx="1"/>
          </p:cNvCxnSpPr>
          <p:nvPr/>
        </p:nvCxnSpPr>
        <p:spPr>
          <a:xfrm rot="16200000" flipH="1">
            <a:off x="8897191" y="1611341"/>
            <a:ext cx="333462" cy="215540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8" name="Соединитель: уступ 77">
            <a:extLst>
              <a:ext uri="{FF2B5EF4-FFF2-40B4-BE49-F238E27FC236}">
                <a16:creationId xmlns:a16="http://schemas.microsoft.com/office/drawing/2014/main" id="{FF7E19A7-8A16-0A82-0E10-E5371C6B2891}"/>
              </a:ext>
            </a:extLst>
          </p:cNvPr>
          <p:cNvCxnSpPr>
            <a:cxnSpLocks/>
            <a:stCxn id="20" idx="2"/>
            <a:endCxn id="60" idx="1"/>
          </p:cNvCxnSpPr>
          <p:nvPr/>
        </p:nvCxnSpPr>
        <p:spPr>
          <a:xfrm rot="16200000" flipH="1">
            <a:off x="8640998" y="1867534"/>
            <a:ext cx="845848" cy="215540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1" name="Соединитель: уступ 80">
            <a:extLst>
              <a:ext uri="{FF2B5EF4-FFF2-40B4-BE49-F238E27FC236}">
                <a16:creationId xmlns:a16="http://schemas.microsoft.com/office/drawing/2014/main" id="{35ACE1D4-7240-F33F-43F2-4BF629209732}"/>
              </a:ext>
            </a:extLst>
          </p:cNvPr>
          <p:cNvCxnSpPr>
            <a:cxnSpLocks/>
            <a:stCxn id="20" idx="2"/>
            <a:endCxn id="65" idx="1"/>
          </p:cNvCxnSpPr>
          <p:nvPr/>
        </p:nvCxnSpPr>
        <p:spPr>
          <a:xfrm rot="16200000" flipH="1">
            <a:off x="8393297" y="2115234"/>
            <a:ext cx="1351598" cy="22588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5F9D4563-D7CA-F076-8540-00F1B3CE8EF2}"/>
              </a:ext>
            </a:extLst>
          </p:cNvPr>
          <p:cNvSpPr txBox="1"/>
          <p:nvPr/>
        </p:nvSpPr>
        <p:spPr>
          <a:xfrm>
            <a:off x="10404170" y="2071471"/>
            <a:ext cx="861780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командир взвода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0716A199-E6C4-71AB-0F1A-ADBDE731A4A4}"/>
              </a:ext>
            </a:extLst>
          </p:cNvPr>
          <p:cNvSpPr txBox="1"/>
          <p:nvPr/>
        </p:nvSpPr>
        <p:spPr>
          <a:xfrm>
            <a:off x="10404170" y="2598448"/>
            <a:ext cx="898778" cy="55399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командира взвода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2AC3A75D-1675-A02F-AFE5-E9AECB11E88B}"/>
              </a:ext>
            </a:extLst>
          </p:cNvPr>
          <p:cNvSpPr txBox="1"/>
          <p:nvPr/>
        </p:nvSpPr>
        <p:spPr>
          <a:xfrm>
            <a:off x="10404170" y="3278422"/>
            <a:ext cx="1040137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хозяйственная часть 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9C40D07-27EB-B91E-E7B7-736214D5B5E0}"/>
              </a:ext>
            </a:extLst>
          </p:cNvPr>
          <p:cNvSpPr txBox="1"/>
          <p:nvPr/>
        </p:nvSpPr>
        <p:spPr>
          <a:xfrm>
            <a:off x="9532904" y="3884054"/>
            <a:ext cx="1330426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ав­тотранспортное отделение 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90" name="Соединитель: уступ 89">
            <a:extLst>
              <a:ext uri="{FF2B5EF4-FFF2-40B4-BE49-F238E27FC236}">
                <a16:creationId xmlns:a16="http://schemas.microsoft.com/office/drawing/2014/main" id="{D3251667-E630-A8A7-93A9-BBF5DECD2760}"/>
              </a:ext>
            </a:extLst>
          </p:cNvPr>
          <p:cNvCxnSpPr>
            <a:cxnSpLocks/>
            <a:stCxn id="22" idx="2"/>
            <a:endCxn id="86" idx="1"/>
          </p:cNvCxnSpPr>
          <p:nvPr/>
        </p:nvCxnSpPr>
        <p:spPr>
          <a:xfrm rot="16200000" flipH="1">
            <a:off x="9952750" y="1820105"/>
            <a:ext cx="699321" cy="20351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3" name="Соединитель: уступ 92">
            <a:extLst>
              <a:ext uri="{FF2B5EF4-FFF2-40B4-BE49-F238E27FC236}">
                <a16:creationId xmlns:a16="http://schemas.microsoft.com/office/drawing/2014/main" id="{C1ED09E0-7030-0E13-D7A1-8884B93CE593}"/>
              </a:ext>
            </a:extLst>
          </p:cNvPr>
          <p:cNvCxnSpPr>
            <a:cxnSpLocks/>
            <a:stCxn id="22" idx="2"/>
            <a:endCxn id="87" idx="1"/>
          </p:cNvCxnSpPr>
          <p:nvPr/>
        </p:nvCxnSpPr>
        <p:spPr>
          <a:xfrm rot="16200000" flipH="1">
            <a:off x="9650789" y="2122066"/>
            <a:ext cx="1303242" cy="20351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6" name="Соединитель: уступ 95">
            <a:extLst>
              <a:ext uri="{FF2B5EF4-FFF2-40B4-BE49-F238E27FC236}">
                <a16:creationId xmlns:a16="http://schemas.microsoft.com/office/drawing/2014/main" id="{E9F63541-515C-161E-E690-1930EAE466ED}"/>
              </a:ext>
            </a:extLst>
          </p:cNvPr>
          <p:cNvCxnSpPr>
            <a:cxnSpLocks/>
            <a:stCxn id="22" idx="2"/>
            <a:endCxn id="88" idx="1"/>
          </p:cNvCxnSpPr>
          <p:nvPr/>
        </p:nvCxnSpPr>
        <p:spPr>
          <a:xfrm rot="16200000" flipH="1">
            <a:off x="9349274" y="2423581"/>
            <a:ext cx="1906272" cy="20351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9" name="Соединитель: уступ 98">
            <a:extLst>
              <a:ext uri="{FF2B5EF4-FFF2-40B4-BE49-F238E27FC236}">
                <a16:creationId xmlns:a16="http://schemas.microsoft.com/office/drawing/2014/main" id="{B6219787-8FCA-E450-4772-ACEA69132CEA}"/>
              </a:ext>
            </a:extLst>
          </p:cNvPr>
          <p:cNvCxnSpPr>
            <a:cxnSpLocks/>
            <a:stCxn id="22" idx="2"/>
            <a:endCxn id="89" idx="0"/>
          </p:cNvCxnSpPr>
          <p:nvPr/>
        </p:nvCxnSpPr>
        <p:spPr>
          <a:xfrm rot="5400000">
            <a:off x="9043460" y="2726862"/>
            <a:ext cx="2311849" cy="253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7" name="Соединитель: уступ 196">
            <a:extLst>
              <a:ext uri="{FF2B5EF4-FFF2-40B4-BE49-F238E27FC236}">
                <a16:creationId xmlns:a16="http://schemas.microsoft.com/office/drawing/2014/main" id="{7B6C34AC-52B6-B962-C999-633E33785C69}"/>
              </a:ext>
            </a:extLst>
          </p:cNvPr>
          <p:cNvCxnSpPr>
            <a:cxnSpLocks/>
            <a:stCxn id="3" idx="2"/>
            <a:endCxn id="8" idx="1"/>
          </p:cNvCxnSpPr>
          <p:nvPr/>
        </p:nvCxnSpPr>
        <p:spPr>
          <a:xfrm rot="16200000" flipH="1">
            <a:off x="453875" y="1516639"/>
            <a:ext cx="670281" cy="9542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0" name="Соединитель: уступ 199">
            <a:extLst>
              <a:ext uri="{FF2B5EF4-FFF2-40B4-BE49-F238E27FC236}">
                <a16:creationId xmlns:a16="http://schemas.microsoft.com/office/drawing/2014/main" id="{78E936E6-9B41-503F-675F-7F63848B18B0}"/>
              </a:ext>
            </a:extLst>
          </p:cNvPr>
          <p:cNvCxnSpPr>
            <a:cxnSpLocks/>
            <a:stCxn id="3" idx="2"/>
            <a:endCxn id="11" idx="1"/>
          </p:cNvCxnSpPr>
          <p:nvPr/>
        </p:nvCxnSpPr>
        <p:spPr>
          <a:xfrm rot="16200000" flipH="1">
            <a:off x="228960" y="1741555"/>
            <a:ext cx="1138236" cy="113554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3" name="Соединитель: уступ 202">
            <a:extLst>
              <a:ext uri="{FF2B5EF4-FFF2-40B4-BE49-F238E27FC236}">
                <a16:creationId xmlns:a16="http://schemas.microsoft.com/office/drawing/2014/main" id="{08B7D359-6F51-D712-9485-32B1185E1755}"/>
              </a:ext>
            </a:extLst>
          </p:cNvPr>
          <p:cNvCxnSpPr>
            <a:cxnSpLocks/>
            <a:stCxn id="3" idx="2"/>
            <a:endCxn id="9" idx="1"/>
          </p:cNvCxnSpPr>
          <p:nvPr/>
        </p:nvCxnSpPr>
        <p:spPr>
          <a:xfrm rot="16200000" flipH="1">
            <a:off x="-29265" y="1999779"/>
            <a:ext cx="1646233" cy="105101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8" name="Соединитель: уступ 207">
            <a:extLst>
              <a:ext uri="{FF2B5EF4-FFF2-40B4-BE49-F238E27FC236}">
                <a16:creationId xmlns:a16="http://schemas.microsoft.com/office/drawing/2014/main" id="{DD09861F-3281-D4B5-06FA-6967817FCF70}"/>
              </a:ext>
            </a:extLst>
          </p:cNvPr>
          <p:cNvCxnSpPr>
            <a:cxnSpLocks/>
            <a:stCxn id="14" idx="2"/>
            <a:endCxn id="32" idx="0"/>
          </p:cNvCxnSpPr>
          <p:nvPr/>
        </p:nvCxnSpPr>
        <p:spPr>
          <a:xfrm rot="5400000">
            <a:off x="5567462" y="1295257"/>
            <a:ext cx="337026" cy="189957"/>
          </a:xfrm>
          <a:prstGeom prst="bentConnector3">
            <a:avLst>
              <a:gd name="adj1" fmla="val 51884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6" name="Прямая со стрелкой 215">
            <a:extLst>
              <a:ext uri="{FF2B5EF4-FFF2-40B4-BE49-F238E27FC236}">
                <a16:creationId xmlns:a16="http://schemas.microsoft.com/office/drawing/2014/main" id="{6763B2A4-9FE0-2A0F-6630-AD6995399D58}"/>
              </a:ext>
            </a:extLst>
          </p:cNvPr>
          <p:cNvCxnSpPr>
            <a:cxnSpLocks/>
            <a:stCxn id="35" idx="2"/>
            <a:endCxn id="62" idx="0"/>
          </p:cNvCxnSpPr>
          <p:nvPr/>
        </p:nvCxnSpPr>
        <p:spPr>
          <a:xfrm>
            <a:off x="6826411" y="3212917"/>
            <a:ext cx="3693" cy="1366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Прямая со стрелкой 219">
            <a:extLst>
              <a:ext uri="{FF2B5EF4-FFF2-40B4-BE49-F238E27FC236}">
                <a16:creationId xmlns:a16="http://schemas.microsoft.com/office/drawing/2014/main" id="{817FB365-B667-3D49-ECB7-EAA0B92972B8}"/>
              </a:ext>
            </a:extLst>
          </p:cNvPr>
          <p:cNvCxnSpPr>
            <a:cxnSpLocks/>
            <a:stCxn id="52" idx="2"/>
            <a:endCxn id="64" idx="0"/>
          </p:cNvCxnSpPr>
          <p:nvPr/>
        </p:nvCxnSpPr>
        <p:spPr>
          <a:xfrm>
            <a:off x="8164143" y="3212917"/>
            <a:ext cx="3422" cy="2160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66948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8000">
        <p159:morph option="byObject"/>
      </p:transition>
    </mc:Choice>
    <mc:Fallback>
      <p:transition spd="slow" advTm="80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6F089-4763-044F-DD23-FDF029A26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8ECF2594-2186-64F7-ED40-F05EAA39A9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1992" y="322279"/>
            <a:ext cx="9144000" cy="311020"/>
          </a:xfrm>
          <a:solidFill>
            <a:schemeClr val="bg1"/>
          </a:solidFill>
          <a:ln w="19050">
            <a:noFill/>
          </a:ln>
        </p:spPr>
        <p:txBody>
          <a:bodyPr>
            <a:normAutofit fontScale="90000"/>
          </a:bodyPr>
          <a:lstStyle/>
          <a:p>
            <a:r>
              <a:rPr lang="ru-RU" sz="1800" dirty="0">
                <a:latin typeface="Segoe UI" panose="020B0502040204020203" pitchFamily="34" charset="0"/>
                <a:cs typeface="Segoe UI" panose="020B0502040204020203" pitchFamily="34" charset="0"/>
              </a:rPr>
              <a:t>Командир батальона</a:t>
            </a:r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F837F2D5-1CF5-D939-DDCB-F276E4469133}"/>
              </a:ext>
            </a:extLst>
          </p:cNvPr>
          <p:cNvCxnSpPr>
            <a:cxnSpLocks/>
          </p:cNvCxnSpPr>
          <p:nvPr/>
        </p:nvCxnSpPr>
        <p:spPr>
          <a:xfrm>
            <a:off x="743342" y="658180"/>
            <a:ext cx="107053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2A08067A-56C3-5B35-EC0A-A275D81A0439}"/>
              </a:ext>
            </a:extLst>
          </p:cNvPr>
          <p:cNvCxnSpPr>
            <a:cxnSpLocks/>
          </p:cNvCxnSpPr>
          <p:nvPr/>
        </p:nvCxnSpPr>
        <p:spPr>
          <a:xfrm>
            <a:off x="743342" y="658180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78652614-1A69-968C-8EDD-725880CE121F}"/>
              </a:ext>
            </a:extLst>
          </p:cNvPr>
          <p:cNvCxnSpPr>
            <a:cxnSpLocks/>
          </p:cNvCxnSpPr>
          <p:nvPr/>
        </p:nvCxnSpPr>
        <p:spPr>
          <a:xfrm>
            <a:off x="1807029" y="658180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E2110AB2-9EA0-D9DB-033B-DFCE9701C114}"/>
              </a:ext>
            </a:extLst>
          </p:cNvPr>
          <p:cNvCxnSpPr>
            <a:cxnSpLocks/>
          </p:cNvCxnSpPr>
          <p:nvPr/>
        </p:nvCxnSpPr>
        <p:spPr>
          <a:xfrm>
            <a:off x="3050042" y="664407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0687E492-D66C-3635-87D4-1A8FF22C8BF1}"/>
              </a:ext>
            </a:extLst>
          </p:cNvPr>
          <p:cNvCxnSpPr>
            <a:cxnSpLocks/>
          </p:cNvCxnSpPr>
          <p:nvPr/>
        </p:nvCxnSpPr>
        <p:spPr>
          <a:xfrm>
            <a:off x="4678817" y="664407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ADD292D7-0360-1E9F-1EF6-54C5F4BF1DA2}"/>
              </a:ext>
            </a:extLst>
          </p:cNvPr>
          <p:cNvCxnSpPr>
            <a:cxnSpLocks/>
          </p:cNvCxnSpPr>
          <p:nvPr/>
        </p:nvCxnSpPr>
        <p:spPr>
          <a:xfrm>
            <a:off x="5822307" y="664407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11E8AEB5-BF2F-E312-4715-13191002A1E5}"/>
              </a:ext>
            </a:extLst>
          </p:cNvPr>
          <p:cNvCxnSpPr>
            <a:cxnSpLocks/>
          </p:cNvCxnSpPr>
          <p:nvPr/>
        </p:nvCxnSpPr>
        <p:spPr>
          <a:xfrm>
            <a:off x="7274769" y="658180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30F87E9F-55FA-7F9E-BE9B-7471F8EEA615}"/>
              </a:ext>
            </a:extLst>
          </p:cNvPr>
          <p:cNvCxnSpPr>
            <a:cxnSpLocks/>
          </p:cNvCxnSpPr>
          <p:nvPr/>
        </p:nvCxnSpPr>
        <p:spPr>
          <a:xfrm>
            <a:off x="8954278" y="664407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1A07AA6E-6F8A-9B30-8652-6E0781007807}"/>
              </a:ext>
            </a:extLst>
          </p:cNvPr>
          <p:cNvCxnSpPr>
            <a:cxnSpLocks/>
          </p:cNvCxnSpPr>
          <p:nvPr/>
        </p:nvCxnSpPr>
        <p:spPr>
          <a:xfrm>
            <a:off x="10191845" y="659786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7318854C-5956-67D3-233D-6A39080173A9}"/>
              </a:ext>
            </a:extLst>
          </p:cNvPr>
          <p:cNvCxnSpPr>
            <a:cxnSpLocks/>
          </p:cNvCxnSpPr>
          <p:nvPr/>
        </p:nvCxnSpPr>
        <p:spPr>
          <a:xfrm>
            <a:off x="11448658" y="664549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>
            <a:extLst>
              <a:ext uri="{FF2B5EF4-FFF2-40B4-BE49-F238E27FC236}">
                <a16:creationId xmlns:a16="http://schemas.microsoft.com/office/drawing/2014/main" id="{5FBEE0B9-AFC0-A866-E754-5201A3B7827F}"/>
              </a:ext>
            </a:extLst>
          </p:cNvPr>
          <p:cNvCxnSpPr>
            <a:cxnSpLocks/>
          </p:cNvCxnSpPr>
          <p:nvPr/>
        </p:nvCxnSpPr>
        <p:spPr>
          <a:xfrm>
            <a:off x="6096000" y="560731"/>
            <a:ext cx="0" cy="10381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9F15701-845C-9867-3219-CBCE30DEAF8F}"/>
              </a:ext>
            </a:extLst>
          </p:cNvPr>
          <p:cNvSpPr/>
          <p:nvPr/>
        </p:nvSpPr>
        <p:spPr>
          <a:xfrm>
            <a:off x="84078" y="822814"/>
            <a:ext cx="1314446" cy="406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управление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8AFCFEB-ABDB-E342-C546-E723E681D666}"/>
              </a:ext>
            </a:extLst>
          </p:cNvPr>
          <p:cNvSpPr/>
          <p:nvPr/>
        </p:nvSpPr>
        <p:spPr>
          <a:xfrm>
            <a:off x="1567841" y="822814"/>
            <a:ext cx="667814" cy="406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штаб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E2369260-CD7E-C87B-3E2C-DC829616442C}"/>
              </a:ext>
            </a:extLst>
          </p:cNvPr>
          <p:cNvGrpSpPr/>
          <p:nvPr/>
        </p:nvGrpSpPr>
        <p:grpSpPr>
          <a:xfrm>
            <a:off x="2438094" y="806682"/>
            <a:ext cx="1609659" cy="492614"/>
            <a:chOff x="1730441" y="3429000"/>
            <a:chExt cx="1363042" cy="492614"/>
          </a:xfrm>
          <a:solidFill>
            <a:schemeClr val="bg1"/>
          </a:solidFill>
        </p:grpSpPr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86E18637-A434-3F3C-E981-202681C333B0}"/>
                </a:ext>
              </a:extLst>
            </p:cNvPr>
            <p:cNvSpPr/>
            <p:nvPr/>
          </p:nvSpPr>
          <p:spPr>
            <a:xfrm>
              <a:off x="1779037" y="3429000"/>
              <a:ext cx="1314446" cy="4064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29E92588-6B30-444E-2C98-EB4D642C8E34}"/>
                </a:ext>
              </a:extLst>
            </p:cNvPr>
            <p:cNvSpPr/>
            <p:nvPr/>
          </p:nvSpPr>
          <p:spPr>
            <a:xfrm>
              <a:off x="1730441" y="3515214"/>
              <a:ext cx="1314446" cy="4064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kern="0" dirty="0">
                  <a:solidFill>
                    <a:schemeClr val="tx1"/>
                  </a:solidFill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мотострелковая рота х3</a:t>
              </a:r>
              <a:endParaRPr lang="ru-RU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1DD81B15-1FE4-E7E5-6FEB-0A48DDFCF8FD}"/>
              </a:ext>
            </a:extLst>
          </p:cNvPr>
          <p:cNvSpPr/>
          <p:nvPr/>
        </p:nvSpPr>
        <p:spPr>
          <a:xfrm>
            <a:off x="4304641" y="822814"/>
            <a:ext cx="748351" cy="406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взвод связи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678C1E9-4BCA-2229-6D84-AF6D178B7FFC}"/>
              </a:ext>
            </a:extLst>
          </p:cNvPr>
          <p:cNvSpPr/>
          <p:nvPr/>
        </p:nvSpPr>
        <p:spPr>
          <a:xfrm>
            <a:off x="5202007" y="815322"/>
            <a:ext cx="1257891" cy="406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минометная батарея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CD32112D-BD7B-558C-5E9C-1ADAEEC8525D}"/>
              </a:ext>
            </a:extLst>
          </p:cNvPr>
          <p:cNvSpPr/>
          <p:nvPr/>
        </p:nvSpPr>
        <p:spPr>
          <a:xfrm>
            <a:off x="6531819" y="813716"/>
            <a:ext cx="1679506" cy="406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противотанковый взвод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26E8C362-9544-08FD-BC66-9F732B8B44B4}"/>
              </a:ext>
            </a:extLst>
          </p:cNvPr>
          <p:cNvSpPr/>
          <p:nvPr/>
        </p:nvSpPr>
        <p:spPr>
          <a:xfrm>
            <a:off x="8264061" y="813716"/>
            <a:ext cx="1384181" cy="73866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отделение технического обслуживания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5B6DFB6E-0A37-85B6-80E0-B96F53086CE6}"/>
              </a:ext>
            </a:extLst>
          </p:cNvPr>
          <p:cNvSpPr/>
          <p:nvPr/>
        </p:nvSpPr>
        <p:spPr>
          <a:xfrm>
            <a:off x="9786439" y="833541"/>
            <a:ext cx="828424" cy="73866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взвод снабжения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9299F836-C98D-0BE5-55A1-86B2C3A59A42}"/>
              </a:ext>
            </a:extLst>
          </p:cNvPr>
          <p:cNvSpPr/>
          <p:nvPr/>
        </p:nvSpPr>
        <p:spPr>
          <a:xfrm>
            <a:off x="10854303" y="820085"/>
            <a:ext cx="1309603" cy="73866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батальонный медицинский пункт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D074455-7336-C145-590A-82D501AB878E}"/>
              </a:ext>
            </a:extLst>
          </p:cNvPr>
          <p:cNvSpPr txBox="1"/>
          <p:nvPr/>
        </p:nvSpPr>
        <p:spPr>
          <a:xfrm>
            <a:off x="3219450" y="0"/>
            <a:ext cx="6096000" cy="369332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z="1800" b="1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Мотострелковый батальон армии СССР</a:t>
            </a:r>
            <a:endParaRPr lang="ru-RU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D65E29E-596E-6F56-8ABC-B52C5284DEC4}"/>
              </a:ext>
            </a:extLst>
          </p:cNvPr>
          <p:cNvSpPr txBox="1"/>
          <p:nvPr/>
        </p:nvSpPr>
        <p:spPr>
          <a:xfrm>
            <a:off x="847707" y="1353569"/>
            <a:ext cx="568385" cy="21544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8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комбат</a:t>
            </a:r>
            <a:endParaRPr lang="ru-RU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63A338-C2EC-884E-3EE6-FAED5FF32892}"/>
              </a:ext>
            </a:extLst>
          </p:cNvPr>
          <p:cNvSpPr txBox="1"/>
          <p:nvPr/>
        </p:nvSpPr>
        <p:spPr>
          <a:xfrm>
            <a:off x="836730" y="1668662"/>
            <a:ext cx="939960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8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по политической части</a:t>
            </a:r>
            <a:endParaRPr lang="ru-RU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FF0402F-95A1-7CD8-1445-7E6811B9E964}"/>
              </a:ext>
            </a:extLst>
          </p:cNvPr>
          <p:cNvSpPr txBox="1"/>
          <p:nvPr/>
        </p:nvSpPr>
        <p:spPr>
          <a:xfrm>
            <a:off x="846402" y="2644614"/>
            <a:ext cx="939960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8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по технической части </a:t>
            </a:r>
            <a:endParaRPr lang="ru-RU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F082F2-BAE1-6C87-C3BF-25F31CF5A419}"/>
              </a:ext>
            </a:extLst>
          </p:cNvPr>
          <p:cNvSpPr txBox="1"/>
          <p:nvPr/>
        </p:nvSpPr>
        <p:spPr>
          <a:xfrm>
            <a:off x="854855" y="2198173"/>
            <a:ext cx="678678" cy="33855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8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техник батальона</a:t>
            </a:r>
            <a:endParaRPr lang="ru-RU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9" name="Соединитель: уступ 28">
            <a:extLst>
              <a:ext uri="{FF2B5EF4-FFF2-40B4-BE49-F238E27FC236}">
                <a16:creationId xmlns:a16="http://schemas.microsoft.com/office/drawing/2014/main" id="{20307B30-031E-AACD-9147-1852E0E22CD8}"/>
              </a:ext>
            </a:extLst>
          </p:cNvPr>
          <p:cNvCxnSpPr>
            <a:cxnSpLocks/>
            <a:stCxn id="3" idx="2"/>
            <a:endCxn id="2" idx="1"/>
          </p:cNvCxnSpPr>
          <p:nvPr/>
        </p:nvCxnSpPr>
        <p:spPr>
          <a:xfrm rot="16200000" flipH="1">
            <a:off x="678466" y="1292049"/>
            <a:ext cx="232077" cy="106406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40B5267-673E-A70F-572F-D912D07D8100}"/>
              </a:ext>
            </a:extLst>
          </p:cNvPr>
          <p:cNvSpPr txBox="1"/>
          <p:nvPr/>
        </p:nvSpPr>
        <p:spPr>
          <a:xfrm>
            <a:off x="2069116" y="3766362"/>
            <a:ext cx="898668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начальник штаба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0830CE-7287-592C-F905-320BEB323430}"/>
              </a:ext>
            </a:extLst>
          </p:cNvPr>
          <p:cNvSpPr txBox="1"/>
          <p:nvPr/>
        </p:nvSpPr>
        <p:spPr>
          <a:xfrm>
            <a:off x="2061496" y="3231219"/>
            <a:ext cx="990108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начальник связи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F288E8F-3B03-ACAC-3AF2-3CEF3E4A9161}"/>
              </a:ext>
            </a:extLst>
          </p:cNvPr>
          <p:cNvSpPr txBox="1"/>
          <p:nvPr/>
        </p:nvSpPr>
        <p:spPr>
          <a:xfrm>
            <a:off x="2049938" y="1653148"/>
            <a:ext cx="976286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инструктор-дозиметрист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9F07409-889C-207F-8198-A06F0ABF99A7}"/>
              </a:ext>
            </a:extLst>
          </p:cNvPr>
          <p:cNvSpPr txBox="1"/>
          <p:nvPr/>
        </p:nvSpPr>
        <p:spPr>
          <a:xfrm>
            <a:off x="2062825" y="2831109"/>
            <a:ext cx="678678" cy="2462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писарь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50591A1-EFC3-4A22-5191-B384E42AE670}"/>
              </a:ext>
            </a:extLst>
          </p:cNvPr>
          <p:cNvSpPr txBox="1"/>
          <p:nvPr/>
        </p:nvSpPr>
        <p:spPr>
          <a:xfrm>
            <a:off x="2061496" y="2181659"/>
            <a:ext cx="906288" cy="55399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води­тел</a:t>
            </a:r>
            <a:r>
              <a:rPr lang="ru-RU" sz="10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ь</a:t>
            </a:r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бронетранспортера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6" name="Соединитель: уступ 45">
            <a:extLst>
              <a:ext uri="{FF2B5EF4-FFF2-40B4-BE49-F238E27FC236}">
                <a16:creationId xmlns:a16="http://schemas.microsoft.com/office/drawing/2014/main" id="{A5CF654E-911F-A307-8401-56349E9C9560}"/>
              </a:ext>
            </a:extLst>
          </p:cNvPr>
          <p:cNvCxnSpPr>
            <a:cxnSpLocks/>
            <a:stCxn id="4" idx="2"/>
            <a:endCxn id="19" idx="1"/>
          </p:cNvCxnSpPr>
          <p:nvPr/>
        </p:nvCxnSpPr>
        <p:spPr>
          <a:xfrm rot="16200000" flipH="1">
            <a:off x="1119783" y="2011178"/>
            <a:ext cx="1725006" cy="161077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9" name="Соединитель: уступ 48">
            <a:extLst>
              <a:ext uri="{FF2B5EF4-FFF2-40B4-BE49-F238E27FC236}">
                <a16:creationId xmlns:a16="http://schemas.microsoft.com/office/drawing/2014/main" id="{08C4BDC7-AA3C-17DC-EC86-98BE02FA8F65}"/>
              </a:ext>
            </a:extLst>
          </p:cNvPr>
          <p:cNvCxnSpPr>
            <a:cxnSpLocks/>
            <a:stCxn id="4" idx="2"/>
            <a:endCxn id="18" idx="1"/>
          </p:cNvCxnSpPr>
          <p:nvPr/>
        </p:nvCxnSpPr>
        <p:spPr>
          <a:xfrm rot="16200000" flipH="1">
            <a:off x="1663849" y="1467113"/>
            <a:ext cx="623989" cy="148190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4" name="Соединитель: уступ 53">
            <a:extLst>
              <a:ext uri="{FF2B5EF4-FFF2-40B4-BE49-F238E27FC236}">
                <a16:creationId xmlns:a16="http://schemas.microsoft.com/office/drawing/2014/main" id="{56C24B70-514E-A16A-BAC5-C5DC070EBECC}"/>
              </a:ext>
            </a:extLst>
          </p:cNvPr>
          <p:cNvCxnSpPr>
            <a:cxnSpLocks/>
            <a:stCxn id="4" idx="2"/>
            <a:endCxn id="15" idx="1"/>
          </p:cNvCxnSpPr>
          <p:nvPr/>
        </p:nvCxnSpPr>
        <p:spPr>
          <a:xfrm rot="16200000" flipH="1">
            <a:off x="616831" y="2514131"/>
            <a:ext cx="2737203" cy="167368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8" name="Соединитель: уступ 57">
            <a:extLst>
              <a:ext uri="{FF2B5EF4-FFF2-40B4-BE49-F238E27FC236}">
                <a16:creationId xmlns:a16="http://schemas.microsoft.com/office/drawing/2014/main" id="{BBE16D83-0870-BF7A-3F82-1F6AE443F8E5}"/>
              </a:ext>
            </a:extLst>
          </p:cNvPr>
          <p:cNvCxnSpPr>
            <a:cxnSpLocks/>
            <a:stCxn id="4" idx="2"/>
            <a:endCxn id="17" idx="1"/>
          </p:cNvCxnSpPr>
          <p:nvPr/>
        </p:nvCxnSpPr>
        <p:spPr>
          <a:xfrm rot="16200000" flipH="1">
            <a:off x="880592" y="2250370"/>
            <a:ext cx="2202060" cy="159748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3" name="Соединитель: уступ 62">
            <a:extLst>
              <a:ext uri="{FF2B5EF4-FFF2-40B4-BE49-F238E27FC236}">
                <a16:creationId xmlns:a16="http://schemas.microsoft.com/office/drawing/2014/main" id="{EBF82039-4F69-020E-21CB-BDC6E4AFA240}"/>
              </a:ext>
            </a:extLst>
          </p:cNvPr>
          <p:cNvCxnSpPr>
            <a:cxnSpLocks/>
            <a:stCxn id="4" idx="2"/>
            <a:endCxn id="21" idx="1"/>
          </p:cNvCxnSpPr>
          <p:nvPr/>
        </p:nvCxnSpPr>
        <p:spPr>
          <a:xfrm rot="16200000" flipH="1">
            <a:off x="1366900" y="1764062"/>
            <a:ext cx="1229444" cy="159748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1A6E542D-2CFF-EBFD-7EF8-4452883D714E}"/>
              </a:ext>
            </a:extLst>
          </p:cNvPr>
          <p:cNvSpPr txBox="1"/>
          <p:nvPr/>
        </p:nvSpPr>
        <p:spPr>
          <a:xfrm>
            <a:off x="2068623" y="4290885"/>
            <a:ext cx="545306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9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взво­д связи</a:t>
            </a:r>
            <a:endParaRPr lang="ru-RU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73" name="Соединитель: уступ 72">
            <a:extLst>
              <a:ext uri="{FF2B5EF4-FFF2-40B4-BE49-F238E27FC236}">
                <a16:creationId xmlns:a16="http://schemas.microsoft.com/office/drawing/2014/main" id="{36A02F56-DE65-3183-5904-9CFFA1A72F9E}"/>
              </a:ext>
            </a:extLst>
          </p:cNvPr>
          <p:cNvCxnSpPr>
            <a:cxnSpLocks/>
            <a:stCxn id="4" idx="2"/>
            <a:endCxn id="72" idx="1"/>
          </p:cNvCxnSpPr>
          <p:nvPr/>
        </p:nvCxnSpPr>
        <p:spPr>
          <a:xfrm rot="16200000" flipH="1">
            <a:off x="362017" y="2768944"/>
            <a:ext cx="3246337" cy="166875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F80E9A7-826F-12F7-18DD-E06A77DEA7CC}"/>
              </a:ext>
            </a:extLst>
          </p:cNvPr>
          <p:cNvSpPr txBox="1"/>
          <p:nvPr/>
        </p:nvSpPr>
        <p:spPr>
          <a:xfrm>
            <a:off x="3982429" y="1569013"/>
            <a:ext cx="918728" cy="2462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управление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47" name="Группа 46">
            <a:extLst>
              <a:ext uri="{FF2B5EF4-FFF2-40B4-BE49-F238E27FC236}">
                <a16:creationId xmlns:a16="http://schemas.microsoft.com/office/drawing/2014/main" id="{74D4BE8B-26A1-2040-ECBD-D4F01DD434FE}"/>
              </a:ext>
            </a:extLst>
          </p:cNvPr>
          <p:cNvGrpSpPr/>
          <p:nvPr/>
        </p:nvGrpSpPr>
        <p:grpSpPr>
          <a:xfrm>
            <a:off x="5154227" y="1558748"/>
            <a:ext cx="946133" cy="278140"/>
            <a:chOff x="6716528" y="3207053"/>
            <a:chExt cx="946133" cy="278140"/>
          </a:xfrm>
          <a:solidFill>
            <a:schemeClr val="bg1"/>
          </a:solidFill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6FF9401-0351-7740-32F6-406A51A3BC90}"/>
                </a:ext>
              </a:extLst>
            </p:cNvPr>
            <p:cNvSpPr txBox="1"/>
            <p:nvPr/>
          </p:nvSpPr>
          <p:spPr>
            <a:xfrm>
              <a:off x="6743933" y="3207053"/>
              <a:ext cx="918728" cy="246221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4A875F4-777D-3C6D-53CD-68CEB7D57684}"/>
                </a:ext>
              </a:extLst>
            </p:cNvPr>
            <p:cNvSpPr txBox="1"/>
            <p:nvPr/>
          </p:nvSpPr>
          <p:spPr>
            <a:xfrm>
              <a:off x="6716528" y="3238972"/>
              <a:ext cx="918728" cy="246221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в</a:t>
              </a:r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звод </a:t>
              </a:r>
              <a:r>
                <a:rPr lang="en-US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x2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8" name="Группа 47">
            <a:extLst>
              <a:ext uri="{FF2B5EF4-FFF2-40B4-BE49-F238E27FC236}">
                <a16:creationId xmlns:a16="http://schemas.microsoft.com/office/drawing/2014/main" id="{5D8F2363-49A7-BC5D-9D86-A7CB96EE26AE}"/>
              </a:ext>
            </a:extLst>
          </p:cNvPr>
          <p:cNvGrpSpPr/>
          <p:nvPr/>
        </p:nvGrpSpPr>
        <p:grpSpPr>
          <a:xfrm>
            <a:off x="6235523" y="1552379"/>
            <a:ext cx="958833" cy="432029"/>
            <a:chOff x="6703828" y="3507686"/>
            <a:chExt cx="958833" cy="432029"/>
          </a:xfrm>
          <a:solidFill>
            <a:schemeClr val="bg1"/>
          </a:solidFill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8F7DECD-C13D-1BCA-1C10-869783E0334A}"/>
                </a:ext>
              </a:extLst>
            </p:cNvPr>
            <p:cNvSpPr txBox="1"/>
            <p:nvPr/>
          </p:nvSpPr>
          <p:spPr>
            <a:xfrm>
              <a:off x="6743933" y="3507686"/>
              <a:ext cx="918728" cy="40011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120-мм миномет х3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E23B040-40EE-81B5-BD6C-9DAF71C21802}"/>
                </a:ext>
              </a:extLst>
            </p:cNvPr>
            <p:cNvSpPr txBox="1"/>
            <p:nvPr/>
          </p:nvSpPr>
          <p:spPr>
            <a:xfrm>
              <a:off x="6703828" y="3539605"/>
              <a:ext cx="918728" cy="40011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120-мм миномет х3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51" name="Соединитель: уступ 50">
            <a:extLst>
              <a:ext uri="{FF2B5EF4-FFF2-40B4-BE49-F238E27FC236}">
                <a16:creationId xmlns:a16="http://schemas.microsoft.com/office/drawing/2014/main" id="{D57145F2-BD9C-551B-85FC-98DDA0054167}"/>
              </a:ext>
            </a:extLst>
          </p:cNvPr>
          <p:cNvCxnSpPr>
            <a:cxnSpLocks/>
            <a:stCxn id="14" idx="2"/>
            <a:endCxn id="27" idx="0"/>
          </p:cNvCxnSpPr>
          <p:nvPr/>
        </p:nvCxnSpPr>
        <p:spPr>
          <a:xfrm rot="5400000">
            <a:off x="4962728" y="700787"/>
            <a:ext cx="347291" cy="138916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7" name="Соединитель: уступ 56">
            <a:extLst>
              <a:ext uri="{FF2B5EF4-FFF2-40B4-BE49-F238E27FC236}">
                <a16:creationId xmlns:a16="http://schemas.microsoft.com/office/drawing/2014/main" id="{0846A4F9-F010-37D7-32D6-0017D14E8BB6}"/>
              </a:ext>
            </a:extLst>
          </p:cNvPr>
          <p:cNvCxnSpPr>
            <a:cxnSpLocks/>
            <a:stCxn id="14" idx="2"/>
            <a:endCxn id="40" idx="0"/>
          </p:cNvCxnSpPr>
          <p:nvPr/>
        </p:nvCxnSpPr>
        <p:spPr>
          <a:xfrm rot="16200000" flipH="1">
            <a:off x="6117644" y="935030"/>
            <a:ext cx="330657" cy="904039"/>
          </a:xfrm>
          <a:prstGeom prst="bentConnector3">
            <a:avLst>
              <a:gd name="adj1" fmla="val 52881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811962E3-7505-867D-A081-17415FA1F7D4}"/>
              </a:ext>
            </a:extLst>
          </p:cNvPr>
          <p:cNvSpPr txBox="1"/>
          <p:nvPr/>
        </p:nvSpPr>
        <p:spPr>
          <a:xfrm>
            <a:off x="6210620" y="2505031"/>
            <a:ext cx="1231581" cy="70788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отделение станковых противо­танковых гранатометов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85" name="Группа 84">
            <a:extLst>
              <a:ext uri="{FF2B5EF4-FFF2-40B4-BE49-F238E27FC236}">
                <a16:creationId xmlns:a16="http://schemas.microsoft.com/office/drawing/2014/main" id="{5611E342-C8C4-EC21-C9CF-F296C4792299}"/>
              </a:ext>
            </a:extLst>
          </p:cNvPr>
          <p:cNvGrpSpPr/>
          <p:nvPr/>
        </p:nvGrpSpPr>
        <p:grpSpPr>
          <a:xfrm>
            <a:off x="7532265" y="2461389"/>
            <a:ext cx="1310026" cy="751528"/>
            <a:chOff x="7532265" y="2461389"/>
            <a:chExt cx="1310026" cy="751528"/>
          </a:xfrm>
          <a:solidFill>
            <a:schemeClr val="bg1"/>
          </a:solidFill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FFB88325-DB9D-E31D-7652-8FBE43765324}"/>
                </a:ext>
              </a:extLst>
            </p:cNvPr>
            <p:cNvSpPr txBox="1"/>
            <p:nvPr/>
          </p:nvSpPr>
          <p:spPr>
            <a:xfrm>
              <a:off x="7578536" y="2461389"/>
              <a:ext cx="1263755" cy="707886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отделе­ние противотанковых управляемых ракет х2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CFB67A9-536F-6B2E-0F54-4CA4FF1FD058}"/>
                </a:ext>
              </a:extLst>
            </p:cNvPr>
            <p:cNvSpPr txBox="1"/>
            <p:nvPr/>
          </p:nvSpPr>
          <p:spPr>
            <a:xfrm>
              <a:off x="7532265" y="2505031"/>
              <a:ext cx="1263755" cy="707886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отделе­ние противотанковых управляемых ракет х2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13" name="Группа 212">
            <a:extLst>
              <a:ext uri="{FF2B5EF4-FFF2-40B4-BE49-F238E27FC236}">
                <a16:creationId xmlns:a16="http://schemas.microsoft.com/office/drawing/2014/main" id="{9DA5542E-9FE1-7788-B039-BC49A56C38CC}"/>
              </a:ext>
            </a:extLst>
          </p:cNvPr>
          <p:cNvGrpSpPr/>
          <p:nvPr/>
        </p:nvGrpSpPr>
        <p:grpSpPr>
          <a:xfrm>
            <a:off x="6253123" y="3349598"/>
            <a:ext cx="1118126" cy="460728"/>
            <a:chOff x="5822307" y="3516779"/>
            <a:chExt cx="1118126" cy="460728"/>
          </a:xfrm>
          <a:solidFill>
            <a:schemeClr val="bg1"/>
          </a:solidFill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95A19CE-0EDC-9510-612D-410B9FF4FB04}"/>
                </a:ext>
              </a:extLst>
            </p:cNvPr>
            <p:cNvSpPr txBox="1"/>
            <p:nvPr/>
          </p:nvSpPr>
          <p:spPr>
            <a:xfrm>
              <a:off x="5858142" y="3516779"/>
              <a:ext cx="1082291" cy="40011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r"/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гранатомет СПГ-9 х2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5C40AB5-5639-2CEA-F11F-1A00DBE4335C}"/>
                </a:ext>
              </a:extLst>
            </p:cNvPr>
            <p:cNvSpPr txBox="1"/>
            <p:nvPr/>
          </p:nvSpPr>
          <p:spPr>
            <a:xfrm>
              <a:off x="5822307" y="3577397"/>
              <a:ext cx="1082291" cy="40011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гранатомет СПГ-9 х2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14" name="Группа 213">
            <a:extLst>
              <a:ext uri="{FF2B5EF4-FFF2-40B4-BE49-F238E27FC236}">
                <a16:creationId xmlns:a16="http://schemas.microsoft.com/office/drawing/2014/main" id="{D255104E-E44F-E433-7B4B-EA84F398EEB0}"/>
              </a:ext>
            </a:extLst>
          </p:cNvPr>
          <p:cNvGrpSpPr/>
          <p:nvPr/>
        </p:nvGrpSpPr>
        <p:grpSpPr>
          <a:xfrm>
            <a:off x="7485336" y="3429000"/>
            <a:ext cx="1321832" cy="292388"/>
            <a:chOff x="8086693" y="3451563"/>
            <a:chExt cx="1321832" cy="292388"/>
          </a:xfrm>
          <a:solidFill>
            <a:schemeClr val="bg1"/>
          </a:solidFill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A87803CC-07CC-CA62-3723-23E7BE69C346}"/>
                </a:ext>
              </a:extLst>
            </p:cNvPr>
            <p:cNvSpPr txBox="1"/>
            <p:nvPr/>
          </p:nvSpPr>
          <p:spPr>
            <a:xfrm>
              <a:off x="8129319" y="3451563"/>
              <a:ext cx="1279206" cy="246221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ПТУРС х2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A13B131D-C48C-22DF-BE7D-3AD83B6DFD0A}"/>
                </a:ext>
              </a:extLst>
            </p:cNvPr>
            <p:cNvSpPr txBox="1"/>
            <p:nvPr/>
          </p:nvSpPr>
          <p:spPr>
            <a:xfrm>
              <a:off x="8086693" y="3497730"/>
              <a:ext cx="1279206" cy="246221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ПТУРС х2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56" name="Соединитель: уступ 55">
            <a:extLst>
              <a:ext uri="{FF2B5EF4-FFF2-40B4-BE49-F238E27FC236}">
                <a16:creationId xmlns:a16="http://schemas.microsoft.com/office/drawing/2014/main" id="{ADFA428F-A875-57C8-1016-F708A57C2926}"/>
              </a:ext>
            </a:extLst>
          </p:cNvPr>
          <p:cNvCxnSpPr>
            <a:cxnSpLocks/>
            <a:stCxn id="16" idx="2"/>
            <a:endCxn id="35" idx="0"/>
          </p:cNvCxnSpPr>
          <p:nvPr/>
        </p:nvCxnSpPr>
        <p:spPr>
          <a:xfrm rot="5400000">
            <a:off x="6456535" y="1589993"/>
            <a:ext cx="1284915" cy="545161"/>
          </a:xfrm>
          <a:prstGeom prst="bentConnector3">
            <a:avLst>
              <a:gd name="adj1" fmla="val 7471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9" name="Соединитель: уступ 68">
            <a:extLst>
              <a:ext uri="{FF2B5EF4-FFF2-40B4-BE49-F238E27FC236}">
                <a16:creationId xmlns:a16="http://schemas.microsoft.com/office/drawing/2014/main" id="{6EB12EB2-257C-40DC-C3DE-3FF8772281DB}"/>
              </a:ext>
            </a:extLst>
          </p:cNvPr>
          <p:cNvCxnSpPr>
            <a:cxnSpLocks/>
          </p:cNvCxnSpPr>
          <p:nvPr/>
        </p:nvCxnSpPr>
        <p:spPr>
          <a:xfrm rot="16200000" flipH="1">
            <a:off x="7170357" y="1418950"/>
            <a:ext cx="1241273" cy="838842"/>
          </a:xfrm>
          <a:prstGeom prst="bentConnector3">
            <a:avLst>
              <a:gd name="adj1" fmla="val 77433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BCC0E7CA-D7F4-8DA1-91BC-5F82C7063B16}"/>
              </a:ext>
            </a:extLst>
          </p:cNvPr>
          <p:cNvSpPr txBox="1"/>
          <p:nvPr/>
        </p:nvSpPr>
        <p:spPr>
          <a:xfrm>
            <a:off x="9171692" y="1685787"/>
            <a:ext cx="962660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командир отде­ления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D493C2F-C737-EEE4-0451-FD21D3E0389F}"/>
              </a:ext>
            </a:extLst>
          </p:cNvPr>
          <p:cNvSpPr txBox="1"/>
          <p:nvPr/>
        </p:nvSpPr>
        <p:spPr>
          <a:xfrm>
            <a:off x="9171692" y="2198173"/>
            <a:ext cx="962660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водитель-автослесарь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FECF9B3-90EA-0E52-6973-EE6E3438F908}"/>
              </a:ext>
            </a:extLst>
          </p:cNvPr>
          <p:cNvSpPr txBox="1"/>
          <p:nvPr/>
        </p:nvSpPr>
        <p:spPr>
          <a:xfrm>
            <a:off x="9182041" y="2703923"/>
            <a:ext cx="962660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старший механик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71" name="Соединитель: уступ 70">
            <a:extLst>
              <a:ext uri="{FF2B5EF4-FFF2-40B4-BE49-F238E27FC236}">
                <a16:creationId xmlns:a16="http://schemas.microsoft.com/office/drawing/2014/main" id="{B96C8B08-CE4C-81CB-2006-3179AFECA719}"/>
              </a:ext>
            </a:extLst>
          </p:cNvPr>
          <p:cNvCxnSpPr>
            <a:cxnSpLocks/>
            <a:stCxn id="20" idx="2"/>
            <a:endCxn id="59" idx="1"/>
          </p:cNvCxnSpPr>
          <p:nvPr/>
        </p:nvCxnSpPr>
        <p:spPr>
          <a:xfrm rot="16200000" flipH="1">
            <a:off x="8897191" y="1611341"/>
            <a:ext cx="333462" cy="215540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8" name="Соединитель: уступ 77">
            <a:extLst>
              <a:ext uri="{FF2B5EF4-FFF2-40B4-BE49-F238E27FC236}">
                <a16:creationId xmlns:a16="http://schemas.microsoft.com/office/drawing/2014/main" id="{1C816C69-7783-964E-50E7-9F2093BB27C2}"/>
              </a:ext>
            </a:extLst>
          </p:cNvPr>
          <p:cNvCxnSpPr>
            <a:cxnSpLocks/>
            <a:stCxn id="20" idx="2"/>
            <a:endCxn id="60" idx="1"/>
          </p:cNvCxnSpPr>
          <p:nvPr/>
        </p:nvCxnSpPr>
        <p:spPr>
          <a:xfrm rot="16200000" flipH="1">
            <a:off x="8640998" y="1867534"/>
            <a:ext cx="845848" cy="215540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1" name="Соединитель: уступ 80">
            <a:extLst>
              <a:ext uri="{FF2B5EF4-FFF2-40B4-BE49-F238E27FC236}">
                <a16:creationId xmlns:a16="http://schemas.microsoft.com/office/drawing/2014/main" id="{74FD97BA-378D-4D1A-320E-6C113671FE13}"/>
              </a:ext>
            </a:extLst>
          </p:cNvPr>
          <p:cNvCxnSpPr>
            <a:cxnSpLocks/>
            <a:stCxn id="20" idx="2"/>
            <a:endCxn id="65" idx="1"/>
          </p:cNvCxnSpPr>
          <p:nvPr/>
        </p:nvCxnSpPr>
        <p:spPr>
          <a:xfrm rot="16200000" flipH="1">
            <a:off x="8393297" y="2115234"/>
            <a:ext cx="1351598" cy="22588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22BF9133-69C5-2EF1-D966-6240D00556B9}"/>
              </a:ext>
            </a:extLst>
          </p:cNvPr>
          <p:cNvSpPr txBox="1"/>
          <p:nvPr/>
        </p:nvSpPr>
        <p:spPr>
          <a:xfrm>
            <a:off x="10404170" y="2071471"/>
            <a:ext cx="861780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командир взвода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5EAD1C5-6CFC-A6CF-85E2-F2D356E940B6}"/>
              </a:ext>
            </a:extLst>
          </p:cNvPr>
          <p:cNvSpPr txBox="1"/>
          <p:nvPr/>
        </p:nvSpPr>
        <p:spPr>
          <a:xfrm>
            <a:off x="10404170" y="2598448"/>
            <a:ext cx="898778" cy="55399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командира взвода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2DD3564-021D-4E9E-B0E2-373BC18CE650}"/>
              </a:ext>
            </a:extLst>
          </p:cNvPr>
          <p:cNvSpPr txBox="1"/>
          <p:nvPr/>
        </p:nvSpPr>
        <p:spPr>
          <a:xfrm>
            <a:off x="10404170" y="3278422"/>
            <a:ext cx="1040137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хозяйственная часть 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70B173AD-2B44-5F3A-CB40-CA95480BB87A}"/>
              </a:ext>
            </a:extLst>
          </p:cNvPr>
          <p:cNvSpPr txBox="1"/>
          <p:nvPr/>
        </p:nvSpPr>
        <p:spPr>
          <a:xfrm>
            <a:off x="9532904" y="3884054"/>
            <a:ext cx="1330426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ав­тотранспортное отделение 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90" name="Соединитель: уступ 89">
            <a:extLst>
              <a:ext uri="{FF2B5EF4-FFF2-40B4-BE49-F238E27FC236}">
                <a16:creationId xmlns:a16="http://schemas.microsoft.com/office/drawing/2014/main" id="{97BB9409-04CC-1A45-CEDD-453221AE1607}"/>
              </a:ext>
            </a:extLst>
          </p:cNvPr>
          <p:cNvCxnSpPr>
            <a:cxnSpLocks/>
            <a:stCxn id="22" idx="2"/>
            <a:endCxn id="86" idx="1"/>
          </p:cNvCxnSpPr>
          <p:nvPr/>
        </p:nvCxnSpPr>
        <p:spPr>
          <a:xfrm rot="16200000" flipH="1">
            <a:off x="9952750" y="1820105"/>
            <a:ext cx="699321" cy="20351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3" name="Соединитель: уступ 92">
            <a:extLst>
              <a:ext uri="{FF2B5EF4-FFF2-40B4-BE49-F238E27FC236}">
                <a16:creationId xmlns:a16="http://schemas.microsoft.com/office/drawing/2014/main" id="{CECE7DD7-F4D2-9E0A-D527-A53447E4EF2A}"/>
              </a:ext>
            </a:extLst>
          </p:cNvPr>
          <p:cNvCxnSpPr>
            <a:cxnSpLocks/>
            <a:stCxn id="22" idx="2"/>
            <a:endCxn id="87" idx="1"/>
          </p:cNvCxnSpPr>
          <p:nvPr/>
        </p:nvCxnSpPr>
        <p:spPr>
          <a:xfrm rot="16200000" flipH="1">
            <a:off x="9650789" y="2122066"/>
            <a:ext cx="1303242" cy="20351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6" name="Соединитель: уступ 95">
            <a:extLst>
              <a:ext uri="{FF2B5EF4-FFF2-40B4-BE49-F238E27FC236}">
                <a16:creationId xmlns:a16="http://schemas.microsoft.com/office/drawing/2014/main" id="{25CEED99-46AF-AF5A-A011-737BED753997}"/>
              </a:ext>
            </a:extLst>
          </p:cNvPr>
          <p:cNvCxnSpPr>
            <a:cxnSpLocks/>
            <a:stCxn id="22" idx="2"/>
            <a:endCxn id="88" idx="1"/>
          </p:cNvCxnSpPr>
          <p:nvPr/>
        </p:nvCxnSpPr>
        <p:spPr>
          <a:xfrm rot="16200000" flipH="1">
            <a:off x="9349274" y="2423581"/>
            <a:ext cx="1906272" cy="20351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9" name="Соединитель: уступ 98">
            <a:extLst>
              <a:ext uri="{FF2B5EF4-FFF2-40B4-BE49-F238E27FC236}">
                <a16:creationId xmlns:a16="http://schemas.microsoft.com/office/drawing/2014/main" id="{6B15532C-5EF8-068A-6D05-5FABA70467DF}"/>
              </a:ext>
            </a:extLst>
          </p:cNvPr>
          <p:cNvCxnSpPr>
            <a:cxnSpLocks/>
            <a:stCxn id="22" idx="2"/>
            <a:endCxn id="89" idx="0"/>
          </p:cNvCxnSpPr>
          <p:nvPr/>
        </p:nvCxnSpPr>
        <p:spPr>
          <a:xfrm rot="5400000">
            <a:off x="9043460" y="2726862"/>
            <a:ext cx="2311849" cy="253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25FDBBE5-3F43-BA76-8E5C-FCF839FA3623}"/>
              </a:ext>
            </a:extLst>
          </p:cNvPr>
          <p:cNvSpPr txBox="1"/>
          <p:nvPr/>
        </p:nvSpPr>
        <p:spPr>
          <a:xfrm>
            <a:off x="9936368" y="4605114"/>
            <a:ext cx="990108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начальник пункта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04796B0-B4BD-BE95-74CC-7D1A41A05C46}"/>
              </a:ext>
            </a:extLst>
          </p:cNvPr>
          <p:cNvSpPr txBox="1"/>
          <p:nvPr/>
        </p:nvSpPr>
        <p:spPr>
          <a:xfrm>
            <a:off x="11173798" y="4635877"/>
            <a:ext cx="990108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шофер-санитар 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75" name="Группа 74">
            <a:extLst>
              <a:ext uri="{FF2B5EF4-FFF2-40B4-BE49-F238E27FC236}">
                <a16:creationId xmlns:a16="http://schemas.microsoft.com/office/drawing/2014/main" id="{528EEF50-8703-BA12-34F9-1180A8112D59}"/>
              </a:ext>
            </a:extLst>
          </p:cNvPr>
          <p:cNvGrpSpPr/>
          <p:nvPr/>
        </p:nvGrpSpPr>
        <p:grpSpPr>
          <a:xfrm>
            <a:off x="10521900" y="5351574"/>
            <a:ext cx="1040908" cy="292852"/>
            <a:chOff x="10521900" y="5351574"/>
            <a:chExt cx="1040908" cy="292852"/>
          </a:xfrm>
          <a:solidFill>
            <a:schemeClr val="bg1"/>
          </a:solidFill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249477F6-1121-8625-D5DD-2BB82AC6A9D2}"/>
                </a:ext>
              </a:extLst>
            </p:cNvPr>
            <p:cNvSpPr txBox="1"/>
            <p:nvPr/>
          </p:nvSpPr>
          <p:spPr>
            <a:xfrm>
              <a:off x="10572700" y="5351574"/>
              <a:ext cx="990108" cy="246221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с</a:t>
              </a:r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анитар</a:t>
              </a:r>
              <a:r>
                <a:rPr lang="en-US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 </a:t>
              </a:r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2F25BAB0-D930-A1F6-B9E8-1DD81533AA0E}"/>
                </a:ext>
              </a:extLst>
            </p:cNvPr>
            <p:cNvSpPr txBox="1"/>
            <p:nvPr/>
          </p:nvSpPr>
          <p:spPr>
            <a:xfrm>
              <a:off x="10521900" y="5398205"/>
              <a:ext cx="990108" cy="246221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с</a:t>
              </a:r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анитар</a:t>
              </a:r>
              <a:r>
                <a:rPr lang="en-US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 </a:t>
              </a:r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76" name="Соединитель: уступ 75">
            <a:extLst>
              <a:ext uri="{FF2B5EF4-FFF2-40B4-BE49-F238E27FC236}">
                <a16:creationId xmlns:a16="http://schemas.microsoft.com/office/drawing/2014/main" id="{BDC91AD8-5A81-988C-CC78-117108974665}"/>
              </a:ext>
            </a:extLst>
          </p:cNvPr>
          <p:cNvCxnSpPr>
            <a:cxnSpLocks/>
            <a:stCxn id="24" idx="2"/>
            <a:endCxn id="67" idx="0"/>
          </p:cNvCxnSpPr>
          <p:nvPr/>
        </p:nvCxnSpPr>
        <p:spPr>
          <a:xfrm rot="16200000" flipH="1">
            <a:off x="10050414" y="3017439"/>
            <a:ext cx="3077128" cy="159747"/>
          </a:xfrm>
          <a:prstGeom prst="bentConnector3">
            <a:avLst>
              <a:gd name="adj1" fmla="val 9251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3" name="Соединитель: уступ 82">
            <a:extLst>
              <a:ext uri="{FF2B5EF4-FFF2-40B4-BE49-F238E27FC236}">
                <a16:creationId xmlns:a16="http://schemas.microsoft.com/office/drawing/2014/main" id="{4ED9AFCA-A97C-BA64-9F77-22AA0F3FB97D}"/>
              </a:ext>
            </a:extLst>
          </p:cNvPr>
          <p:cNvCxnSpPr>
            <a:cxnSpLocks/>
            <a:stCxn id="24" idx="2"/>
            <a:endCxn id="66" idx="0"/>
          </p:cNvCxnSpPr>
          <p:nvPr/>
        </p:nvCxnSpPr>
        <p:spPr>
          <a:xfrm rot="5400000">
            <a:off x="9447082" y="2543090"/>
            <a:ext cx="3046365" cy="1077683"/>
          </a:xfrm>
          <a:prstGeom prst="bentConnector3">
            <a:avLst>
              <a:gd name="adj1" fmla="val 93357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8" name="Соединитель: уступ 97">
            <a:extLst>
              <a:ext uri="{FF2B5EF4-FFF2-40B4-BE49-F238E27FC236}">
                <a16:creationId xmlns:a16="http://schemas.microsoft.com/office/drawing/2014/main" id="{AD2F898C-88CC-CC20-AC02-F4DCA301CDA7}"/>
              </a:ext>
            </a:extLst>
          </p:cNvPr>
          <p:cNvCxnSpPr>
            <a:cxnSpLocks/>
            <a:stCxn id="24" idx="2"/>
            <a:endCxn id="70" idx="0"/>
          </p:cNvCxnSpPr>
          <p:nvPr/>
        </p:nvCxnSpPr>
        <p:spPr>
          <a:xfrm rot="5400000">
            <a:off x="9392018" y="3234486"/>
            <a:ext cx="3792825" cy="441351"/>
          </a:xfrm>
          <a:prstGeom prst="bentConnector3">
            <a:avLst>
              <a:gd name="adj1" fmla="val 75061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7" name="Соединитель: уступ 196">
            <a:extLst>
              <a:ext uri="{FF2B5EF4-FFF2-40B4-BE49-F238E27FC236}">
                <a16:creationId xmlns:a16="http://schemas.microsoft.com/office/drawing/2014/main" id="{DD6AC08C-1E8A-5B87-2514-B6E750422AF8}"/>
              </a:ext>
            </a:extLst>
          </p:cNvPr>
          <p:cNvCxnSpPr>
            <a:cxnSpLocks/>
            <a:stCxn id="3" idx="2"/>
            <a:endCxn id="8" idx="1"/>
          </p:cNvCxnSpPr>
          <p:nvPr/>
        </p:nvCxnSpPr>
        <p:spPr>
          <a:xfrm rot="16200000" flipH="1">
            <a:off x="453875" y="1516639"/>
            <a:ext cx="670281" cy="9542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0" name="Соединитель: уступ 199">
            <a:extLst>
              <a:ext uri="{FF2B5EF4-FFF2-40B4-BE49-F238E27FC236}">
                <a16:creationId xmlns:a16="http://schemas.microsoft.com/office/drawing/2014/main" id="{1994F214-D5A0-A2BB-C592-DAA0E2DFC071}"/>
              </a:ext>
            </a:extLst>
          </p:cNvPr>
          <p:cNvCxnSpPr>
            <a:cxnSpLocks/>
            <a:stCxn id="3" idx="2"/>
            <a:endCxn id="11" idx="1"/>
          </p:cNvCxnSpPr>
          <p:nvPr/>
        </p:nvCxnSpPr>
        <p:spPr>
          <a:xfrm rot="16200000" flipH="1">
            <a:off x="228960" y="1741555"/>
            <a:ext cx="1138236" cy="113554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3" name="Соединитель: уступ 202">
            <a:extLst>
              <a:ext uri="{FF2B5EF4-FFF2-40B4-BE49-F238E27FC236}">
                <a16:creationId xmlns:a16="http://schemas.microsoft.com/office/drawing/2014/main" id="{1DA78EF8-9CEF-52EF-E350-696676539D75}"/>
              </a:ext>
            </a:extLst>
          </p:cNvPr>
          <p:cNvCxnSpPr>
            <a:cxnSpLocks/>
            <a:stCxn id="3" idx="2"/>
            <a:endCxn id="9" idx="1"/>
          </p:cNvCxnSpPr>
          <p:nvPr/>
        </p:nvCxnSpPr>
        <p:spPr>
          <a:xfrm rot="16200000" flipH="1">
            <a:off x="-29265" y="1999779"/>
            <a:ext cx="1646233" cy="105101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8" name="Соединитель: уступ 207">
            <a:extLst>
              <a:ext uri="{FF2B5EF4-FFF2-40B4-BE49-F238E27FC236}">
                <a16:creationId xmlns:a16="http://schemas.microsoft.com/office/drawing/2014/main" id="{F84AC628-187E-D824-36EC-E10BD351785E}"/>
              </a:ext>
            </a:extLst>
          </p:cNvPr>
          <p:cNvCxnSpPr>
            <a:cxnSpLocks/>
            <a:stCxn id="14" idx="2"/>
            <a:endCxn id="32" idx="0"/>
          </p:cNvCxnSpPr>
          <p:nvPr/>
        </p:nvCxnSpPr>
        <p:spPr>
          <a:xfrm rot="5400000">
            <a:off x="5567462" y="1295257"/>
            <a:ext cx="337026" cy="189957"/>
          </a:xfrm>
          <a:prstGeom prst="bentConnector3">
            <a:avLst>
              <a:gd name="adj1" fmla="val 52826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6" name="Прямая со стрелкой 215">
            <a:extLst>
              <a:ext uri="{FF2B5EF4-FFF2-40B4-BE49-F238E27FC236}">
                <a16:creationId xmlns:a16="http://schemas.microsoft.com/office/drawing/2014/main" id="{8A9F3B8F-2BF0-8CF8-3190-9669E7844D14}"/>
              </a:ext>
            </a:extLst>
          </p:cNvPr>
          <p:cNvCxnSpPr>
            <a:cxnSpLocks/>
            <a:stCxn id="35" idx="2"/>
            <a:endCxn id="62" idx="0"/>
          </p:cNvCxnSpPr>
          <p:nvPr/>
        </p:nvCxnSpPr>
        <p:spPr>
          <a:xfrm>
            <a:off x="6826411" y="3212917"/>
            <a:ext cx="3693" cy="1366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Прямая со стрелкой 219">
            <a:extLst>
              <a:ext uri="{FF2B5EF4-FFF2-40B4-BE49-F238E27FC236}">
                <a16:creationId xmlns:a16="http://schemas.microsoft.com/office/drawing/2014/main" id="{188471C3-1126-44E9-CB9D-5D91F12629EF}"/>
              </a:ext>
            </a:extLst>
          </p:cNvPr>
          <p:cNvCxnSpPr>
            <a:cxnSpLocks/>
            <a:stCxn id="52" idx="2"/>
            <a:endCxn id="64" idx="0"/>
          </p:cNvCxnSpPr>
          <p:nvPr/>
        </p:nvCxnSpPr>
        <p:spPr>
          <a:xfrm>
            <a:off x="8164143" y="3212917"/>
            <a:ext cx="3422" cy="2160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66286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8000">
        <p159:morph option="byObject"/>
      </p:transition>
    </mc:Choice>
    <mc:Fallback>
      <p:transition spd="slow" advTm="800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2D68C-F0AF-13B7-92A5-F67D8108C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TextBox 106">
            <a:extLst>
              <a:ext uri="{FF2B5EF4-FFF2-40B4-BE49-F238E27FC236}">
                <a16:creationId xmlns:a16="http://schemas.microsoft.com/office/drawing/2014/main" id="{2BC9B0BB-81D4-BAD6-9DEA-6A249BC716F8}"/>
              </a:ext>
            </a:extLst>
          </p:cNvPr>
          <p:cNvSpPr txBox="1"/>
          <p:nvPr/>
        </p:nvSpPr>
        <p:spPr>
          <a:xfrm>
            <a:off x="5792288" y="4624069"/>
            <a:ext cx="1370904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2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мотострелковый взвод х3</a:t>
            </a:r>
            <a:endParaRPr lang="ru-RU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DE332505-F8D4-0A0F-78A4-A69C37678E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1992" y="322279"/>
            <a:ext cx="9144000" cy="311020"/>
          </a:xfrm>
          <a:solidFill>
            <a:schemeClr val="bg1"/>
          </a:solidFill>
          <a:ln w="19050">
            <a:noFill/>
          </a:ln>
        </p:spPr>
        <p:txBody>
          <a:bodyPr>
            <a:normAutofit fontScale="90000"/>
          </a:bodyPr>
          <a:lstStyle/>
          <a:p>
            <a:r>
              <a:rPr lang="ru-RU" sz="1800" dirty="0">
                <a:latin typeface="Segoe UI" panose="020B0502040204020203" pitchFamily="34" charset="0"/>
                <a:cs typeface="Segoe UI" panose="020B0502040204020203" pitchFamily="34" charset="0"/>
              </a:rPr>
              <a:t>Командир батальона</a:t>
            </a:r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BE89DF26-0DF5-A14C-B703-BC90136BB942}"/>
              </a:ext>
            </a:extLst>
          </p:cNvPr>
          <p:cNvCxnSpPr>
            <a:cxnSpLocks/>
          </p:cNvCxnSpPr>
          <p:nvPr/>
        </p:nvCxnSpPr>
        <p:spPr>
          <a:xfrm>
            <a:off x="743342" y="658180"/>
            <a:ext cx="107053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C55E9074-E606-E7AC-2B93-94775E2FDE4F}"/>
              </a:ext>
            </a:extLst>
          </p:cNvPr>
          <p:cNvCxnSpPr>
            <a:cxnSpLocks/>
          </p:cNvCxnSpPr>
          <p:nvPr/>
        </p:nvCxnSpPr>
        <p:spPr>
          <a:xfrm>
            <a:off x="743342" y="658180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215BEEC1-EA8A-A58E-7464-1C00CF91E960}"/>
              </a:ext>
            </a:extLst>
          </p:cNvPr>
          <p:cNvCxnSpPr>
            <a:cxnSpLocks/>
          </p:cNvCxnSpPr>
          <p:nvPr/>
        </p:nvCxnSpPr>
        <p:spPr>
          <a:xfrm>
            <a:off x="1807029" y="658180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FE09090B-196A-ADDC-9F9B-A7E411139127}"/>
              </a:ext>
            </a:extLst>
          </p:cNvPr>
          <p:cNvCxnSpPr>
            <a:cxnSpLocks/>
          </p:cNvCxnSpPr>
          <p:nvPr/>
        </p:nvCxnSpPr>
        <p:spPr>
          <a:xfrm>
            <a:off x="3050042" y="664407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FC68BC2D-9745-5C8C-B252-8EE81AE2ACE4}"/>
              </a:ext>
            </a:extLst>
          </p:cNvPr>
          <p:cNvCxnSpPr>
            <a:cxnSpLocks/>
          </p:cNvCxnSpPr>
          <p:nvPr/>
        </p:nvCxnSpPr>
        <p:spPr>
          <a:xfrm>
            <a:off x="4678817" y="664407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834473D8-27A5-7978-98F5-897ADF9F64B8}"/>
              </a:ext>
            </a:extLst>
          </p:cNvPr>
          <p:cNvCxnSpPr>
            <a:cxnSpLocks/>
          </p:cNvCxnSpPr>
          <p:nvPr/>
        </p:nvCxnSpPr>
        <p:spPr>
          <a:xfrm>
            <a:off x="5822307" y="664407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F351D004-C533-BD80-E1BB-9A3F00AFBC33}"/>
              </a:ext>
            </a:extLst>
          </p:cNvPr>
          <p:cNvCxnSpPr>
            <a:cxnSpLocks/>
          </p:cNvCxnSpPr>
          <p:nvPr/>
        </p:nvCxnSpPr>
        <p:spPr>
          <a:xfrm>
            <a:off x="7274769" y="658180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4D34B232-C51B-1BCA-05E1-64AA1904865B}"/>
              </a:ext>
            </a:extLst>
          </p:cNvPr>
          <p:cNvCxnSpPr>
            <a:cxnSpLocks/>
          </p:cNvCxnSpPr>
          <p:nvPr/>
        </p:nvCxnSpPr>
        <p:spPr>
          <a:xfrm>
            <a:off x="8954278" y="664407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D116874E-78CA-B754-E588-986CC7D790AA}"/>
              </a:ext>
            </a:extLst>
          </p:cNvPr>
          <p:cNvCxnSpPr>
            <a:cxnSpLocks/>
          </p:cNvCxnSpPr>
          <p:nvPr/>
        </p:nvCxnSpPr>
        <p:spPr>
          <a:xfrm>
            <a:off x="10191845" y="659786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648A2F0E-8481-9B3E-D76C-DB547B4B429B}"/>
              </a:ext>
            </a:extLst>
          </p:cNvPr>
          <p:cNvCxnSpPr>
            <a:cxnSpLocks/>
          </p:cNvCxnSpPr>
          <p:nvPr/>
        </p:nvCxnSpPr>
        <p:spPr>
          <a:xfrm>
            <a:off x="11448658" y="664549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>
            <a:extLst>
              <a:ext uri="{FF2B5EF4-FFF2-40B4-BE49-F238E27FC236}">
                <a16:creationId xmlns:a16="http://schemas.microsoft.com/office/drawing/2014/main" id="{A9B0E577-D7AB-0D34-16E3-526F3E20B8BF}"/>
              </a:ext>
            </a:extLst>
          </p:cNvPr>
          <p:cNvCxnSpPr>
            <a:cxnSpLocks/>
          </p:cNvCxnSpPr>
          <p:nvPr/>
        </p:nvCxnSpPr>
        <p:spPr>
          <a:xfrm>
            <a:off x="6096000" y="560731"/>
            <a:ext cx="0" cy="10381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BB83A6BB-BC92-3F87-BA95-FA55DF101C7A}"/>
              </a:ext>
            </a:extLst>
          </p:cNvPr>
          <p:cNvSpPr/>
          <p:nvPr/>
        </p:nvSpPr>
        <p:spPr>
          <a:xfrm>
            <a:off x="84078" y="822814"/>
            <a:ext cx="1314446" cy="406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управление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64E66FF-FB2B-0DD1-62B1-DA44C942BBFF}"/>
              </a:ext>
            </a:extLst>
          </p:cNvPr>
          <p:cNvSpPr/>
          <p:nvPr/>
        </p:nvSpPr>
        <p:spPr>
          <a:xfrm>
            <a:off x="1567841" y="822814"/>
            <a:ext cx="667814" cy="406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штаб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178D3281-9E42-30E7-AA89-0A6E4B6672F5}"/>
              </a:ext>
            </a:extLst>
          </p:cNvPr>
          <p:cNvGrpSpPr/>
          <p:nvPr/>
        </p:nvGrpSpPr>
        <p:grpSpPr>
          <a:xfrm>
            <a:off x="2438094" y="806682"/>
            <a:ext cx="1609659" cy="492614"/>
            <a:chOff x="1730441" y="3429000"/>
            <a:chExt cx="1363042" cy="492614"/>
          </a:xfrm>
          <a:solidFill>
            <a:schemeClr val="bg1"/>
          </a:solidFill>
        </p:grpSpPr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AC0961C6-707C-B53A-481D-20145B38640D}"/>
                </a:ext>
              </a:extLst>
            </p:cNvPr>
            <p:cNvSpPr/>
            <p:nvPr/>
          </p:nvSpPr>
          <p:spPr>
            <a:xfrm>
              <a:off x="1779037" y="3429000"/>
              <a:ext cx="1314446" cy="4064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BE3D769B-DA9B-B092-1F15-3E60C6A7E794}"/>
                </a:ext>
              </a:extLst>
            </p:cNvPr>
            <p:cNvSpPr/>
            <p:nvPr/>
          </p:nvSpPr>
          <p:spPr>
            <a:xfrm>
              <a:off x="1730441" y="3515214"/>
              <a:ext cx="1314446" cy="4064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kern="0" dirty="0">
                  <a:solidFill>
                    <a:schemeClr val="tx1"/>
                  </a:solidFill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мотострелковая рота х3</a:t>
              </a:r>
              <a:endParaRPr lang="ru-RU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C4277F9-C6AC-8A44-BC21-584ECFB3CF54}"/>
              </a:ext>
            </a:extLst>
          </p:cNvPr>
          <p:cNvSpPr/>
          <p:nvPr/>
        </p:nvSpPr>
        <p:spPr>
          <a:xfrm>
            <a:off x="4304641" y="822814"/>
            <a:ext cx="748351" cy="406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взвод связи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DC3BF991-1311-15D7-AAAE-79AF2E77AB27}"/>
              </a:ext>
            </a:extLst>
          </p:cNvPr>
          <p:cNvSpPr/>
          <p:nvPr/>
        </p:nvSpPr>
        <p:spPr>
          <a:xfrm>
            <a:off x="5202007" y="815322"/>
            <a:ext cx="1257891" cy="406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минометная батарея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339DBB4-5A6F-236D-0E13-E268B44C31BF}"/>
              </a:ext>
            </a:extLst>
          </p:cNvPr>
          <p:cNvSpPr/>
          <p:nvPr/>
        </p:nvSpPr>
        <p:spPr>
          <a:xfrm>
            <a:off x="6531819" y="813716"/>
            <a:ext cx="1679506" cy="406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противотанковый взвод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55377BF4-4387-BC31-068E-ED3D4E1EE821}"/>
              </a:ext>
            </a:extLst>
          </p:cNvPr>
          <p:cNvSpPr/>
          <p:nvPr/>
        </p:nvSpPr>
        <p:spPr>
          <a:xfrm>
            <a:off x="8264061" y="813716"/>
            <a:ext cx="1384181" cy="73866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отделение технического обслуживания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A29F9DCD-6B16-01D7-04BA-57F339041E65}"/>
              </a:ext>
            </a:extLst>
          </p:cNvPr>
          <p:cNvSpPr/>
          <p:nvPr/>
        </p:nvSpPr>
        <p:spPr>
          <a:xfrm>
            <a:off x="9786439" y="833541"/>
            <a:ext cx="828424" cy="73866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взвод снабжения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16A0035B-1F71-BAF9-6D27-87D66BAF67DF}"/>
              </a:ext>
            </a:extLst>
          </p:cNvPr>
          <p:cNvSpPr/>
          <p:nvPr/>
        </p:nvSpPr>
        <p:spPr>
          <a:xfrm>
            <a:off x="10854303" y="820085"/>
            <a:ext cx="1309603" cy="73866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батальонный медицинский пункт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7ECC023-469F-67DC-ECB1-6B924249E246}"/>
              </a:ext>
            </a:extLst>
          </p:cNvPr>
          <p:cNvSpPr txBox="1"/>
          <p:nvPr/>
        </p:nvSpPr>
        <p:spPr>
          <a:xfrm>
            <a:off x="3219450" y="0"/>
            <a:ext cx="6096000" cy="369332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z="1800" b="1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Мотострелковый батальон армии СССР</a:t>
            </a:r>
            <a:endParaRPr lang="ru-RU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E8EF66B-4EA8-6C86-B281-4F4B9E3CBE73}"/>
              </a:ext>
            </a:extLst>
          </p:cNvPr>
          <p:cNvSpPr txBox="1"/>
          <p:nvPr/>
        </p:nvSpPr>
        <p:spPr>
          <a:xfrm>
            <a:off x="847707" y="1353569"/>
            <a:ext cx="568385" cy="21544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8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комбат</a:t>
            </a:r>
            <a:endParaRPr lang="ru-RU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18A82D-2772-52B1-B5B6-9DA5314580E2}"/>
              </a:ext>
            </a:extLst>
          </p:cNvPr>
          <p:cNvSpPr txBox="1"/>
          <p:nvPr/>
        </p:nvSpPr>
        <p:spPr>
          <a:xfrm>
            <a:off x="836730" y="1668662"/>
            <a:ext cx="939960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8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по политической части</a:t>
            </a:r>
            <a:endParaRPr lang="ru-RU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B38E796-9542-DABB-33A5-F36E80ECDFA0}"/>
              </a:ext>
            </a:extLst>
          </p:cNvPr>
          <p:cNvSpPr txBox="1"/>
          <p:nvPr/>
        </p:nvSpPr>
        <p:spPr>
          <a:xfrm>
            <a:off x="846402" y="2644614"/>
            <a:ext cx="939960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8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по технической части </a:t>
            </a:r>
            <a:endParaRPr lang="ru-RU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4310674-0216-485F-9D22-161621BB0DE1}"/>
              </a:ext>
            </a:extLst>
          </p:cNvPr>
          <p:cNvSpPr txBox="1"/>
          <p:nvPr/>
        </p:nvSpPr>
        <p:spPr>
          <a:xfrm>
            <a:off x="854855" y="2198173"/>
            <a:ext cx="678678" cy="33855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8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техник батальона</a:t>
            </a:r>
            <a:endParaRPr lang="ru-RU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9" name="Соединитель: уступ 28">
            <a:extLst>
              <a:ext uri="{FF2B5EF4-FFF2-40B4-BE49-F238E27FC236}">
                <a16:creationId xmlns:a16="http://schemas.microsoft.com/office/drawing/2014/main" id="{BC306827-AAC9-8AFA-0478-E1D98F66AB71}"/>
              </a:ext>
            </a:extLst>
          </p:cNvPr>
          <p:cNvCxnSpPr>
            <a:cxnSpLocks/>
            <a:stCxn id="3" idx="2"/>
            <a:endCxn id="2" idx="1"/>
          </p:cNvCxnSpPr>
          <p:nvPr/>
        </p:nvCxnSpPr>
        <p:spPr>
          <a:xfrm rot="16200000" flipH="1">
            <a:off x="678466" y="1292049"/>
            <a:ext cx="232077" cy="106406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1A74E85-1CDB-3E97-3D20-CCA0170CC3AD}"/>
              </a:ext>
            </a:extLst>
          </p:cNvPr>
          <p:cNvSpPr txBox="1"/>
          <p:nvPr/>
        </p:nvSpPr>
        <p:spPr>
          <a:xfrm>
            <a:off x="2069116" y="3766362"/>
            <a:ext cx="898668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начальник штаба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380157D-FA78-B8AE-793B-48517FD6FEAE}"/>
              </a:ext>
            </a:extLst>
          </p:cNvPr>
          <p:cNvSpPr txBox="1"/>
          <p:nvPr/>
        </p:nvSpPr>
        <p:spPr>
          <a:xfrm>
            <a:off x="2061496" y="3231219"/>
            <a:ext cx="990108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начальник связи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1E979E-BB33-8252-1F46-B8FC1EB7DAB6}"/>
              </a:ext>
            </a:extLst>
          </p:cNvPr>
          <p:cNvSpPr txBox="1"/>
          <p:nvPr/>
        </p:nvSpPr>
        <p:spPr>
          <a:xfrm>
            <a:off x="2049938" y="1653148"/>
            <a:ext cx="976286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инструктор-дозиметрист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FE891D9-0E6E-B371-96DB-5BE8A3854C71}"/>
              </a:ext>
            </a:extLst>
          </p:cNvPr>
          <p:cNvSpPr txBox="1"/>
          <p:nvPr/>
        </p:nvSpPr>
        <p:spPr>
          <a:xfrm>
            <a:off x="2062825" y="2831109"/>
            <a:ext cx="678678" cy="2462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писарь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D58C4AB-71D6-8CD4-BC42-1A42AB7D817D}"/>
              </a:ext>
            </a:extLst>
          </p:cNvPr>
          <p:cNvSpPr txBox="1"/>
          <p:nvPr/>
        </p:nvSpPr>
        <p:spPr>
          <a:xfrm>
            <a:off x="2061496" y="2181659"/>
            <a:ext cx="906288" cy="55399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води­тел</a:t>
            </a:r>
            <a:r>
              <a:rPr lang="ru-RU" sz="10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ь</a:t>
            </a:r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бронетранспортера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6" name="Соединитель: уступ 45">
            <a:extLst>
              <a:ext uri="{FF2B5EF4-FFF2-40B4-BE49-F238E27FC236}">
                <a16:creationId xmlns:a16="http://schemas.microsoft.com/office/drawing/2014/main" id="{030EF4FA-FB02-DB77-9610-E67EE8A2F993}"/>
              </a:ext>
            </a:extLst>
          </p:cNvPr>
          <p:cNvCxnSpPr>
            <a:cxnSpLocks/>
            <a:stCxn id="4" idx="2"/>
            <a:endCxn id="19" idx="1"/>
          </p:cNvCxnSpPr>
          <p:nvPr/>
        </p:nvCxnSpPr>
        <p:spPr>
          <a:xfrm rot="16200000" flipH="1">
            <a:off x="1119783" y="2011178"/>
            <a:ext cx="1725006" cy="161077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9" name="Соединитель: уступ 48">
            <a:extLst>
              <a:ext uri="{FF2B5EF4-FFF2-40B4-BE49-F238E27FC236}">
                <a16:creationId xmlns:a16="http://schemas.microsoft.com/office/drawing/2014/main" id="{AC925A20-A6DF-2F3E-1D37-6289EC166564}"/>
              </a:ext>
            </a:extLst>
          </p:cNvPr>
          <p:cNvCxnSpPr>
            <a:cxnSpLocks/>
            <a:stCxn id="4" idx="2"/>
            <a:endCxn id="18" idx="1"/>
          </p:cNvCxnSpPr>
          <p:nvPr/>
        </p:nvCxnSpPr>
        <p:spPr>
          <a:xfrm rot="16200000" flipH="1">
            <a:off x="1663849" y="1467113"/>
            <a:ext cx="623989" cy="148190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4" name="Соединитель: уступ 53">
            <a:extLst>
              <a:ext uri="{FF2B5EF4-FFF2-40B4-BE49-F238E27FC236}">
                <a16:creationId xmlns:a16="http://schemas.microsoft.com/office/drawing/2014/main" id="{21334514-9E8E-E6EC-5271-B5C1775013C3}"/>
              </a:ext>
            </a:extLst>
          </p:cNvPr>
          <p:cNvCxnSpPr>
            <a:cxnSpLocks/>
            <a:stCxn id="4" idx="2"/>
            <a:endCxn id="15" idx="1"/>
          </p:cNvCxnSpPr>
          <p:nvPr/>
        </p:nvCxnSpPr>
        <p:spPr>
          <a:xfrm rot="16200000" flipH="1">
            <a:off x="616831" y="2514131"/>
            <a:ext cx="2737203" cy="167368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8" name="Соединитель: уступ 57">
            <a:extLst>
              <a:ext uri="{FF2B5EF4-FFF2-40B4-BE49-F238E27FC236}">
                <a16:creationId xmlns:a16="http://schemas.microsoft.com/office/drawing/2014/main" id="{407373F6-A571-80B9-77D1-055155C9A86A}"/>
              </a:ext>
            </a:extLst>
          </p:cNvPr>
          <p:cNvCxnSpPr>
            <a:cxnSpLocks/>
            <a:stCxn id="4" idx="2"/>
            <a:endCxn id="17" idx="1"/>
          </p:cNvCxnSpPr>
          <p:nvPr/>
        </p:nvCxnSpPr>
        <p:spPr>
          <a:xfrm rot="16200000" flipH="1">
            <a:off x="880592" y="2250370"/>
            <a:ext cx="2202060" cy="159748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3" name="Соединитель: уступ 62">
            <a:extLst>
              <a:ext uri="{FF2B5EF4-FFF2-40B4-BE49-F238E27FC236}">
                <a16:creationId xmlns:a16="http://schemas.microsoft.com/office/drawing/2014/main" id="{500E9DB5-DBF5-52BE-29DC-57313CFA1914}"/>
              </a:ext>
            </a:extLst>
          </p:cNvPr>
          <p:cNvCxnSpPr>
            <a:cxnSpLocks/>
            <a:stCxn id="4" idx="2"/>
            <a:endCxn id="21" idx="1"/>
          </p:cNvCxnSpPr>
          <p:nvPr/>
        </p:nvCxnSpPr>
        <p:spPr>
          <a:xfrm rot="16200000" flipH="1">
            <a:off x="1366900" y="1764062"/>
            <a:ext cx="1229444" cy="159748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39D04B26-6A18-C947-8B52-08B2B2011147}"/>
              </a:ext>
            </a:extLst>
          </p:cNvPr>
          <p:cNvSpPr txBox="1"/>
          <p:nvPr/>
        </p:nvSpPr>
        <p:spPr>
          <a:xfrm>
            <a:off x="2068623" y="4290885"/>
            <a:ext cx="545306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9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взво­д связи</a:t>
            </a:r>
            <a:endParaRPr lang="ru-RU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73" name="Соединитель: уступ 72">
            <a:extLst>
              <a:ext uri="{FF2B5EF4-FFF2-40B4-BE49-F238E27FC236}">
                <a16:creationId xmlns:a16="http://schemas.microsoft.com/office/drawing/2014/main" id="{43E3EF59-493A-937C-0A7A-415428D388C0}"/>
              </a:ext>
            </a:extLst>
          </p:cNvPr>
          <p:cNvCxnSpPr>
            <a:cxnSpLocks/>
            <a:stCxn id="4" idx="2"/>
            <a:endCxn id="72" idx="1"/>
          </p:cNvCxnSpPr>
          <p:nvPr/>
        </p:nvCxnSpPr>
        <p:spPr>
          <a:xfrm rot="16200000" flipH="1">
            <a:off x="362017" y="2768944"/>
            <a:ext cx="3246337" cy="166875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3FD62770-FF1A-5B7F-E0B7-1B5586EDA9D3}"/>
              </a:ext>
            </a:extLst>
          </p:cNvPr>
          <p:cNvSpPr txBox="1"/>
          <p:nvPr/>
        </p:nvSpPr>
        <p:spPr>
          <a:xfrm>
            <a:off x="3982429" y="1569013"/>
            <a:ext cx="918728" cy="2462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управление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47" name="Группа 46">
            <a:extLst>
              <a:ext uri="{FF2B5EF4-FFF2-40B4-BE49-F238E27FC236}">
                <a16:creationId xmlns:a16="http://schemas.microsoft.com/office/drawing/2014/main" id="{97B658F9-05A8-110F-9F53-291BCD51445F}"/>
              </a:ext>
            </a:extLst>
          </p:cNvPr>
          <p:cNvGrpSpPr/>
          <p:nvPr/>
        </p:nvGrpSpPr>
        <p:grpSpPr>
          <a:xfrm>
            <a:off x="5154227" y="1558748"/>
            <a:ext cx="946133" cy="278140"/>
            <a:chOff x="6716528" y="3207053"/>
            <a:chExt cx="946133" cy="278140"/>
          </a:xfrm>
          <a:solidFill>
            <a:schemeClr val="bg1"/>
          </a:solidFill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1F56DD3-F0A2-FF03-B06C-E3341842ADAA}"/>
                </a:ext>
              </a:extLst>
            </p:cNvPr>
            <p:cNvSpPr txBox="1"/>
            <p:nvPr/>
          </p:nvSpPr>
          <p:spPr>
            <a:xfrm>
              <a:off x="6743933" y="3207053"/>
              <a:ext cx="918728" cy="246221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992D237-C9B6-AEA8-8015-3C7FEBD8A019}"/>
                </a:ext>
              </a:extLst>
            </p:cNvPr>
            <p:cNvSpPr txBox="1"/>
            <p:nvPr/>
          </p:nvSpPr>
          <p:spPr>
            <a:xfrm>
              <a:off x="6716528" y="3238972"/>
              <a:ext cx="918728" cy="246221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в</a:t>
              </a:r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звод </a:t>
              </a:r>
              <a:r>
                <a:rPr lang="en-US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x2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8" name="Группа 47">
            <a:extLst>
              <a:ext uri="{FF2B5EF4-FFF2-40B4-BE49-F238E27FC236}">
                <a16:creationId xmlns:a16="http://schemas.microsoft.com/office/drawing/2014/main" id="{F20BD370-2265-7E9C-A7F5-2DB7F8AAD8F1}"/>
              </a:ext>
            </a:extLst>
          </p:cNvPr>
          <p:cNvGrpSpPr/>
          <p:nvPr/>
        </p:nvGrpSpPr>
        <p:grpSpPr>
          <a:xfrm>
            <a:off x="6235523" y="1552379"/>
            <a:ext cx="958833" cy="432029"/>
            <a:chOff x="6703828" y="3507686"/>
            <a:chExt cx="958833" cy="432029"/>
          </a:xfrm>
          <a:solidFill>
            <a:schemeClr val="bg1"/>
          </a:solidFill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A25B87D-685B-3A04-07A4-04801FE9088F}"/>
                </a:ext>
              </a:extLst>
            </p:cNvPr>
            <p:cNvSpPr txBox="1"/>
            <p:nvPr/>
          </p:nvSpPr>
          <p:spPr>
            <a:xfrm>
              <a:off x="6743933" y="3507686"/>
              <a:ext cx="918728" cy="40011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120-мм миномет х3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011DF64F-6124-83A1-582C-2E7FE755319E}"/>
                </a:ext>
              </a:extLst>
            </p:cNvPr>
            <p:cNvSpPr txBox="1"/>
            <p:nvPr/>
          </p:nvSpPr>
          <p:spPr>
            <a:xfrm>
              <a:off x="6703828" y="3539605"/>
              <a:ext cx="918728" cy="40011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120-мм миномет х3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51" name="Соединитель: уступ 50">
            <a:extLst>
              <a:ext uri="{FF2B5EF4-FFF2-40B4-BE49-F238E27FC236}">
                <a16:creationId xmlns:a16="http://schemas.microsoft.com/office/drawing/2014/main" id="{616D2F34-A6C1-955D-08C9-CCFD36120540}"/>
              </a:ext>
            </a:extLst>
          </p:cNvPr>
          <p:cNvCxnSpPr>
            <a:cxnSpLocks/>
            <a:stCxn id="14" idx="2"/>
            <a:endCxn id="27" idx="0"/>
          </p:cNvCxnSpPr>
          <p:nvPr/>
        </p:nvCxnSpPr>
        <p:spPr>
          <a:xfrm rot="5400000">
            <a:off x="4962728" y="700787"/>
            <a:ext cx="347291" cy="138916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7" name="Соединитель: уступ 56">
            <a:extLst>
              <a:ext uri="{FF2B5EF4-FFF2-40B4-BE49-F238E27FC236}">
                <a16:creationId xmlns:a16="http://schemas.microsoft.com/office/drawing/2014/main" id="{61628EAC-EFCA-98D9-4F2C-6FD970A8F629}"/>
              </a:ext>
            </a:extLst>
          </p:cNvPr>
          <p:cNvCxnSpPr>
            <a:cxnSpLocks/>
            <a:stCxn id="14" idx="2"/>
            <a:endCxn id="40" idx="0"/>
          </p:cNvCxnSpPr>
          <p:nvPr/>
        </p:nvCxnSpPr>
        <p:spPr>
          <a:xfrm rot="16200000" flipH="1">
            <a:off x="6117644" y="935030"/>
            <a:ext cx="330657" cy="904039"/>
          </a:xfrm>
          <a:prstGeom prst="bentConnector3">
            <a:avLst>
              <a:gd name="adj1" fmla="val 52881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51B3D077-0E74-0898-2004-3D402A17F49C}"/>
              </a:ext>
            </a:extLst>
          </p:cNvPr>
          <p:cNvSpPr txBox="1"/>
          <p:nvPr/>
        </p:nvSpPr>
        <p:spPr>
          <a:xfrm>
            <a:off x="6210620" y="2505031"/>
            <a:ext cx="1231581" cy="70788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отделение станковых противо­танковых гранатометов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85" name="Группа 84">
            <a:extLst>
              <a:ext uri="{FF2B5EF4-FFF2-40B4-BE49-F238E27FC236}">
                <a16:creationId xmlns:a16="http://schemas.microsoft.com/office/drawing/2014/main" id="{0829D318-8325-5527-9C75-2B6FEE9D99C5}"/>
              </a:ext>
            </a:extLst>
          </p:cNvPr>
          <p:cNvGrpSpPr/>
          <p:nvPr/>
        </p:nvGrpSpPr>
        <p:grpSpPr>
          <a:xfrm>
            <a:off x="7532265" y="2461389"/>
            <a:ext cx="1310026" cy="751528"/>
            <a:chOff x="7532265" y="2461389"/>
            <a:chExt cx="1310026" cy="751528"/>
          </a:xfrm>
          <a:solidFill>
            <a:schemeClr val="bg1"/>
          </a:solidFill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FB7F241D-7839-565A-4A37-C053F021B129}"/>
                </a:ext>
              </a:extLst>
            </p:cNvPr>
            <p:cNvSpPr txBox="1"/>
            <p:nvPr/>
          </p:nvSpPr>
          <p:spPr>
            <a:xfrm>
              <a:off x="7578536" y="2461389"/>
              <a:ext cx="1263755" cy="707886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отделе­ние противотанковых управляемых ракет х2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F5A2083-A2D4-F2F3-74E4-5633D60A907D}"/>
                </a:ext>
              </a:extLst>
            </p:cNvPr>
            <p:cNvSpPr txBox="1"/>
            <p:nvPr/>
          </p:nvSpPr>
          <p:spPr>
            <a:xfrm>
              <a:off x="7532265" y="2505031"/>
              <a:ext cx="1263755" cy="707886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отделе­ние противотанковых управляемых ракет х2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13" name="Группа 212">
            <a:extLst>
              <a:ext uri="{FF2B5EF4-FFF2-40B4-BE49-F238E27FC236}">
                <a16:creationId xmlns:a16="http://schemas.microsoft.com/office/drawing/2014/main" id="{0979B54B-86DB-BF52-78EE-ACC3E4885E59}"/>
              </a:ext>
            </a:extLst>
          </p:cNvPr>
          <p:cNvGrpSpPr/>
          <p:nvPr/>
        </p:nvGrpSpPr>
        <p:grpSpPr>
          <a:xfrm>
            <a:off x="6253123" y="3349598"/>
            <a:ext cx="1118126" cy="460728"/>
            <a:chOff x="5822307" y="3516779"/>
            <a:chExt cx="1118126" cy="460728"/>
          </a:xfrm>
          <a:solidFill>
            <a:schemeClr val="bg1"/>
          </a:solidFill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9B294F89-C354-793B-F2A3-60BCCE4BF832}"/>
                </a:ext>
              </a:extLst>
            </p:cNvPr>
            <p:cNvSpPr txBox="1"/>
            <p:nvPr/>
          </p:nvSpPr>
          <p:spPr>
            <a:xfrm>
              <a:off x="5858142" y="3516779"/>
              <a:ext cx="1082291" cy="40011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r"/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гранатомет СПГ-9 х2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E56E4E27-B2C8-4780-F8F1-919275444F7C}"/>
                </a:ext>
              </a:extLst>
            </p:cNvPr>
            <p:cNvSpPr txBox="1"/>
            <p:nvPr/>
          </p:nvSpPr>
          <p:spPr>
            <a:xfrm>
              <a:off x="5822307" y="3577397"/>
              <a:ext cx="1082291" cy="40011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гранатомет СПГ-9 х2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14" name="Группа 213">
            <a:extLst>
              <a:ext uri="{FF2B5EF4-FFF2-40B4-BE49-F238E27FC236}">
                <a16:creationId xmlns:a16="http://schemas.microsoft.com/office/drawing/2014/main" id="{263ABFE9-EC78-245A-2AF5-C13C3F031BB9}"/>
              </a:ext>
            </a:extLst>
          </p:cNvPr>
          <p:cNvGrpSpPr/>
          <p:nvPr/>
        </p:nvGrpSpPr>
        <p:grpSpPr>
          <a:xfrm>
            <a:off x="7485336" y="3429000"/>
            <a:ext cx="1321832" cy="292388"/>
            <a:chOff x="8086693" y="3451563"/>
            <a:chExt cx="1321832" cy="292388"/>
          </a:xfrm>
          <a:solidFill>
            <a:schemeClr val="bg1"/>
          </a:solidFill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7E3160A5-CBA5-7A0E-27B5-FC0C2BFBD1BB}"/>
                </a:ext>
              </a:extLst>
            </p:cNvPr>
            <p:cNvSpPr txBox="1"/>
            <p:nvPr/>
          </p:nvSpPr>
          <p:spPr>
            <a:xfrm>
              <a:off x="8129319" y="3451563"/>
              <a:ext cx="1279206" cy="246221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ПТУРС х2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C1B55932-8256-8BC3-6349-F6AB70D7A9BC}"/>
                </a:ext>
              </a:extLst>
            </p:cNvPr>
            <p:cNvSpPr txBox="1"/>
            <p:nvPr/>
          </p:nvSpPr>
          <p:spPr>
            <a:xfrm>
              <a:off x="8086693" y="3497730"/>
              <a:ext cx="1279206" cy="246221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ПТУРС х2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56" name="Соединитель: уступ 55">
            <a:extLst>
              <a:ext uri="{FF2B5EF4-FFF2-40B4-BE49-F238E27FC236}">
                <a16:creationId xmlns:a16="http://schemas.microsoft.com/office/drawing/2014/main" id="{5999B697-A6A1-BAAF-E4F8-861CF8E14CEE}"/>
              </a:ext>
            </a:extLst>
          </p:cNvPr>
          <p:cNvCxnSpPr>
            <a:cxnSpLocks/>
            <a:stCxn id="16" idx="2"/>
            <a:endCxn id="35" idx="0"/>
          </p:cNvCxnSpPr>
          <p:nvPr/>
        </p:nvCxnSpPr>
        <p:spPr>
          <a:xfrm rot="5400000">
            <a:off x="6456535" y="1589993"/>
            <a:ext cx="1284915" cy="545161"/>
          </a:xfrm>
          <a:prstGeom prst="bentConnector3">
            <a:avLst>
              <a:gd name="adj1" fmla="val 7471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9" name="Соединитель: уступ 68">
            <a:extLst>
              <a:ext uri="{FF2B5EF4-FFF2-40B4-BE49-F238E27FC236}">
                <a16:creationId xmlns:a16="http://schemas.microsoft.com/office/drawing/2014/main" id="{C8B76A55-CADD-8DE6-E786-FFA236439403}"/>
              </a:ext>
            </a:extLst>
          </p:cNvPr>
          <p:cNvCxnSpPr>
            <a:cxnSpLocks/>
          </p:cNvCxnSpPr>
          <p:nvPr/>
        </p:nvCxnSpPr>
        <p:spPr>
          <a:xfrm rot="16200000" flipH="1">
            <a:off x="7170357" y="1426093"/>
            <a:ext cx="1241273" cy="838842"/>
          </a:xfrm>
          <a:prstGeom prst="bentConnector3">
            <a:avLst>
              <a:gd name="adj1" fmla="val 76893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377D2E10-4F1D-405E-9CE8-F31C361568FA}"/>
              </a:ext>
            </a:extLst>
          </p:cNvPr>
          <p:cNvSpPr txBox="1"/>
          <p:nvPr/>
        </p:nvSpPr>
        <p:spPr>
          <a:xfrm>
            <a:off x="9171692" y="1685787"/>
            <a:ext cx="962660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командир отде­ления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B398552-DCE8-C8D1-A0B8-249DF87C0EA7}"/>
              </a:ext>
            </a:extLst>
          </p:cNvPr>
          <p:cNvSpPr txBox="1"/>
          <p:nvPr/>
        </p:nvSpPr>
        <p:spPr>
          <a:xfrm>
            <a:off x="9171692" y="2198173"/>
            <a:ext cx="962660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водитель-автослесарь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A32A2C2-1D86-ED32-4170-19AA133A9017}"/>
              </a:ext>
            </a:extLst>
          </p:cNvPr>
          <p:cNvSpPr txBox="1"/>
          <p:nvPr/>
        </p:nvSpPr>
        <p:spPr>
          <a:xfrm>
            <a:off x="9182041" y="2703923"/>
            <a:ext cx="962660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старший механик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71" name="Соединитель: уступ 70">
            <a:extLst>
              <a:ext uri="{FF2B5EF4-FFF2-40B4-BE49-F238E27FC236}">
                <a16:creationId xmlns:a16="http://schemas.microsoft.com/office/drawing/2014/main" id="{0AE951E1-B80A-60CE-5ABA-EAADB896D064}"/>
              </a:ext>
            </a:extLst>
          </p:cNvPr>
          <p:cNvCxnSpPr>
            <a:cxnSpLocks/>
            <a:stCxn id="20" idx="2"/>
            <a:endCxn id="59" idx="1"/>
          </p:cNvCxnSpPr>
          <p:nvPr/>
        </p:nvCxnSpPr>
        <p:spPr>
          <a:xfrm rot="16200000" flipH="1">
            <a:off x="8897191" y="1611341"/>
            <a:ext cx="333462" cy="215540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8" name="Соединитель: уступ 77">
            <a:extLst>
              <a:ext uri="{FF2B5EF4-FFF2-40B4-BE49-F238E27FC236}">
                <a16:creationId xmlns:a16="http://schemas.microsoft.com/office/drawing/2014/main" id="{5A694BAD-04FA-AECE-E64D-77306FBFDD8D}"/>
              </a:ext>
            </a:extLst>
          </p:cNvPr>
          <p:cNvCxnSpPr>
            <a:cxnSpLocks/>
            <a:stCxn id="20" idx="2"/>
            <a:endCxn id="60" idx="1"/>
          </p:cNvCxnSpPr>
          <p:nvPr/>
        </p:nvCxnSpPr>
        <p:spPr>
          <a:xfrm rot="16200000" flipH="1">
            <a:off x="8640998" y="1867534"/>
            <a:ext cx="845848" cy="215540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1" name="Соединитель: уступ 80">
            <a:extLst>
              <a:ext uri="{FF2B5EF4-FFF2-40B4-BE49-F238E27FC236}">
                <a16:creationId xmlns:a16="http://schemas.microsoft.com/office/drawing/2014/main" id="{FFC42FCF-4EF7-FF7C-3348-A24DF175488A}"/>
              </a:ext>
            </a:extLst>
          </p:cNvPr>
          <p:cNvCxnSpPr>
            <a:cxnSpLocks/>
            <a:stCxn id="20" idx="2"/>
            <a:endCxn id="65" idx="1"/>
          </p:cNvCxnSpPr>
          <p:nvPr/>
        </p:nvCxnSpPr>
        <p:spPr>
          <a:xfrm rot="16200000" flipH="1">
            <a:off x="8393297" y="2115234"/>
            <a:ext cx="1351598" cy="22588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A338C5A0-2947-D69D-C9C4-EC0BE9FE5282}"/>
              </a:ext>
            </a:extLst>
          </p:cNvPr>
          <p:cNvSpPr txBox="1"/>
          <p:nvPr/>
        </p:nvSpPr>
        <p:spPr>
          <a:xfrm>
            <a:off x="10404170" y="2071471"/>
            <a:ext cx="861780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командир взвода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F7E782A-364F-E9E7-EA4A-04AC31F4D70C}"/>
              </a:ext>
            </a:extLst>
          </p:cNvPr>
          <p:cNvSpPr txBox="1"/>
          <p:nvPr/>
        </p:nvSpPr>
        <p:spPr>
          <a:xfrm>
            <a:off x="10404170" y="2598448"/>
            <a:ext cx="898778" cy="55399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командира взвода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5042E03A-9845-FD98-4809-D9D88D1167BD}"/>
              </a:ext>
            </a:extLst>
          </p:cNvPr>
          <p:cNvSpPr txBox="1"/>
          <p:nvPr/>
        </p:nvSpPr>
        <p:spPr>
          <a:xfrm>
            <a:off x="10404170" y="3278422"/>
            <a:ext cx="1040137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хозяйственная часть 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380F33B6-D5BA-C994-EA2F-AB9EA880FB42}"/>
              </a:ext>
            </a:extLst>
          </p:cNvPr>
          <p:cNvSpPr txBox="1"/>
          <p:nvPr/>
        </p:nvSpPr>
        <p:spPr>
          <a:xfrm>
            <a:off x="9532904" y="3884054"/>
            <a:ext cx="1330426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ав­тотранспортное отделение 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90" name="Соединитель: уступ 89">
            <a:extLst>
              <a:ext uri="{FF2B5EF4-FFF2-40B4-BE49-F238E27FC236}">
                <a16:creationId xmlns:a16="http://schemas.microsoft.com/office/drawing/2014/main" id="{28479CD4-B2ED-3731-2CC3-35FAEF73A979}"/>
              </a:ext>
            </a:extLst>
          </p:cNvPr>
          <p:cNvCxnSpPr>
            <a:cxnSpLocks/>
            <a:stCxn id="22" idx="2"/>
            <a:endCxn id="86" idx="1"/>
          </p:cNvCxnSpPr>
          <p:nvPr/>
        </p:nvCxnSpPr>
        <p:spPr>
          <a:xfrm rot="16200000" flipH="1">
            <a:off x="9952750" y="1820105"/>
            <a:ext cx="699321" cy="20351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3" name="Соединитель: уступ 92">
            <a:extLst>
              <a:ext uri="{FF2B5EF4-FFF2-40B4-BE49-F238E27FC236}">
                <a16:creationId xmlns:a16="http://schemas.microsoft.com/office/drawing/2014/main" id="{8BC70FCC-E6E4-4923-60AD-A536DD9C89B0}"/>
              </a:ext>
            </a:extLst>
          </p:cNvPr>
          <p:cNvCxnSpPr>
            <a:cxnSpLocks/>
            <a:stCxn id="22" idx="2"/>
            <a:endCxn id="87" idx="1"/>
          </p:cNvCxnSpPr>
          <p:nvPr/>
        </p:nvCxnSpPr>
        <p:spPr>
          <a:xfrm rot="16200000" flipH="1">
            <a:off x="9650789" y="2122066"/>
            <a:ext cx="1303242" cy="20351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6" name="Соединитель: уступ 95">
            <a:extLst>
              <a:ext uri="{FF2B5EF4-FFF2-40B4-BE49-F238E27FC236}">
                <a16:creationId xmlns:a16="http://schemas.microsoft.com/office/drawing/2014/main" id="{03FB8719-47A5-07DE-0CEE-63040A477688}"/>
              </a:ext>
            </a:extLst>
          </p:cNvPr>
          <p:cNvCxnSpPr>
            <a:cxnSpLocks/>
            <a:stCxn id="22" idx="2"/>
            <a:endCxn id="88" idx="1"/>
          </p:cNvCxnSpPr>
          <p:nvPr/>
        </p:nvCxnSpPr>
        <p:spPr>
          <a:xfrm rot="16200000" flipH="1">
            <a:off x="9349274" y="2423581"/>
            <a:ext cx="1906272" cy="20351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9" name="Соединитель: уступ 98">
            <a:extLst>
              <a:ext uri="{FF2B5EF4-FFF2-40B4-BE49-F238E27FC236}">
                <a16:creationId xmlns:a16="http://schemas.microsoft.com/office/drawing/2014/main" id="{96DF26C0-DFDD-C55E-F545-7A490F6ADED9}"/>
              </a:ext>
            </a:extLst>
          </p:cNvPr>
          <p:cNvCxnSpPr>
            <a:cxnSpLocks/>
            <a:stCxn id="22" idx="2"/>
            <a:endCxn id="89" idx="0"/>
          </p:cNvCxnSpPr>
          <p:nvPr/>
        </p:nvCxnSpPr>
        <p:spPr>
          <a:xfrm rot="5400000">
            <a:off x="9043460" y="2726862"/>
            <a:ext cx="2311849" cy="253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1CD48F8A-62B7-24EE-79DB-6B316DD61854}"/>
              </a:ext>
            </a:extLst>
          </p:cNvPr>
          <p:cNvSpPr txBox="1"/>
          <p:nvPr/>
        </p:nvSpPr>
        <p:spPr>
          <a:xfrm>
            <a:off x="9936368" y="4605114"/>
            <a:ext cx="990108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начальник пункта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5837799C-ADF3-47B9-1B22-19DF8A1ACE90}"/>
              </a:ext>
            </a:extLst>
          </p:cNvPr>
          <p:cNvSpPr txBox="1"/>
          <p:nvPr/>
        </p:nvSpPr>
        <p:spPr>
          <a:xfrm>
            <a:off x="11173798" y="4635877"/>
            <a:ext cx="990108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шофер-санитар 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75" name="Группа 74">
            <a:extLst>
              <a:ext uri="{FF2B5EF4-FFF2-40B4-BE49-F238E27FC236}">
                <a16:creationId xmlns:a16="http://schemas.microsoft.com/office/drawing/2014/main" id="{F8B134E1-133C-F739-605C-2A5FFDD01EBA}"/>
              </a:ext>
            </a:extLst>
          </p:cNvPr>
          <p:cNvGrpSpPr/>
          <p:nvPr/>
        </p:nvGrpSpPr>
        <p:grpSpPr>
          <a:xfrm>
            <a:off x="10521900" y="5351574"/>
            <a:ext cx="1040908" cy="292852"/>
            <a:chOff x="10521900" y="5351574"/>
            <a:chExt cx="1040908" cy="292852"/>
          </a:xfrm>
          <a:solidFill>
            <a:schemeClr val="bg1"/>
          </a:solidFill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DBD1E291-A98E-6A99-6F6F-9417F05D6F86}"/>
                </a:ext>
              </a:extLst>
            </p:cNvPr>
            <p:cNvSpPr txBox="1"/>
            <p:nvPr/>
          </p:nvSpPr>
          <p:spPr>
            <a:xfrm>
              <a:off x="10572700" y="5351574"/>
              <a:ext cx="990108" cy="246221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с</a:t>
              </a:r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анитар</a:t>
              </a:r>
              <a:r>
                <a:rPr lang="en-US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 </a:t>
              </a:r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43373CDE-2F3B-84AD-38E2-7F6530D320D0}"/>
                </a:ext>
              </a:extLst>
            </p:cNvPr>
            <p:cNvSpPr txBox="1"/>
            <p:nvPr/>
          </p:nvSpPr>
          <p:spPr>
            <a:xfrm>
              <a:off x="10521900" y="5398205"/>
              <a:ext cx="990108" cy="246221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с</a:t>
              </a:r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анитар</a:t>
              </a:r>
              <a:r>
                <a:rPr lang="en-US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 </a:t>
              </a:r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76" name="Соединитель: уступ 75">
            <a:extLst>
              <a:ext uri="{FF2B5EF4-FFF2-40B4-BE49-F238E27FC236}">
                <a16:creationId xmlns:a16="http://schemas.microsoft.com/office/drawing/2014/main" id="{5B800D6C-EB5B-D665-5156-0BDD16186BBA}"/>
              </a:ext>
            </a:extLst>
          </p:cNvPr>
          <p:cNvCxnSpPr>
            <a:cxnSpLocks/>
            <a:stCxn id="24" idx="2"/>
            <a:endCxn id="67" idx="0"/>
          </p:cNvCxnSpPr>
          <p:nvPr/>
        </p:nvCxnSpPr>
        <p:spPr>
          <a:xfrm rot="16200000" flipH="1">
            <a:off x="10050414" y="3017439"/>
            <a:ext cx="3077128" cy="159747"/>
          </a:xfrm>
          <a:prstGeom prst="bentConnector3">
            <a:avLst>
              <a:gd name="adj1" fmla="val 9251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3" name="Соединитель: уступ 82">
            <a:extLst>
              <a:ext uri="{FF2B5EF4-FFF2-40B4-BE49-F238E27FC236}">
                <a16:creationId xmlns:a16="http://schemas.microsoft.com/office/drawing/2014/main" id="{851C10B2-4369-726F-E0D8-D2EB4C4E68B0}"/>
              </a:ext>
            </a:extLst>
          </p:cNvPr>
          <p:cNvCxnSpPr>
            <a:cxnSpLocks/>
            <a:stCxn id="24" idx="2"/>
            <a:endCxn id="66" idx="0"/>
          </p:cNvCxnSpPr>
          <p:nvPr/>
        </p:nvCxnSpPr>
        <p:spPr>
          <a:xfrm rot="5400000">
            <a:off x="9447082" y="2543090"/>
            <a:ext cx="3046365" cy="1077683"/>
          </a:xfrm>
          <a:prstGeom prst="bentConnector3">
            <a:avLst>
              <a:gd name="adj1" fmla="val 93357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8" name="Соединитель: уступ 97">
            <a:extLst>
              <a:ext uri="{FF2B5EF4-FFF2-40B4-BE49-F238E27FC236}">
                <a16:creationId xmlns:a16="http://schemas.microsoft.com/office/drawing/2014/main" id="{96E60D36-445C-7BFF-935B-42374A539C0F}"/>
              </a:ext>
            </a:extLst>
          </p:cNvPr>
          <p:cNvCxnSpPr>
            <a:cxnSpLocks/>
            <a:stCxn id="24" idx="2"/>
            <a:endCxn id="70" idx="0"/>
          </p:cNvCxnSpPr>
          <p:nvPr/>
        </p:nvCxnSpPr>
        <p:spPr>
          <a:xfrm rot="5400000">
            <a:off x="9392018" y="3234486"/>
            <a:ext cx="3792825" cy="441351"/>
          </a:xfrm>
          <a:prstGeom prst="bentConnector3">
            <a:avLst>
              <a:gd name="adj1" fmla="val 75061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6F4D58E2-8D3B-9C27-2F62-748703B50365}"/>
              </a:ext>
            </a:extLst>
          </p:cNvPr>
          <p:cNvSpPr txBox="1"/>
          <p:nvPr/>
        </p:nvSpPr>
        <p:spPr>
          <a:xfrm>
            <a:off x="3308221" y="4752549"/>
            <a:ext cx="1106162" cy="27699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2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управление</a:t>
            </a:r>
            <a:endParaRPr lang="ru-RU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A39E7266-D674-265A-13A1-90C6F7B5899D}"/>
              </a:ext>
            </a:extLst>
          </p:cNvPr>
          <p:cNvSpPr txBox="1"/>
          <p:nvPr/>
        </p:nvSpPr>
        <p:spPr>
          <a:xfrm>
            <a:off x="4516595" y="4660217"/>
            <a:ext cx="1012600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2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пулеметное отде­лени</a:t>
            </a:r>
            <a:r>
              <a:rPr lang="ru-RU" sz="12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е</a:t>
            </a:r>
            <a:r>
              <a:rPr lang="ru-RU" sz="12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endParaRPr lang="ru-RU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B56C3A50-96F9-7DCB-E2DA-2625CDEE36F0}"/>
              </a:ext>
            </a:extLst>
          </p:cNvPr>
          <p:cNvSpPr txBox="1"/>
          <p:nvPr/>
        </p:nvSpPr>
        <p:spPr>
          <a:xfrm>
            <a:off x="5726484" y="4703450"/>
            <a:ext cx="1370904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2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мотострелковый взвод х3</a:t>
            </a:r>
            <a:endParaRPr lang="ru-RU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08" name="Соединитель: уступ 107">
            <a:extLst>
              <a:ext uri="{FF2B5EF4-FFF2-40B4-BE49-F238E27FC236}">
                <a16:creationId xmlns:a16="http://schemas.microsoft.com/office/drawing/2014/main" id="{17BEECDC-984B-4003-75C9-0263BF1A8CCD}"/>
              </a:ext>
            </a:extLst>
          </p:cNvPr>
          <p:cNvCxnSpPr>
            <a:cxnSpLocks/>
            <a:stCxn id="6" idx="2"/>
            <a:endCxn id="105" idx="0"/>
          </p:cNvCxnSpPr>
          <p:nvPr/>
        </p:nvCxnSpPr>
        <p:spPr>
          <a:xfrm rot="16200000" flipH="1">
            <a:off x="2438102" y="2075423"/>
            <a:ext cx="3360921" cy="1808666"/>
          </a:xfrm>
          <a:prstGeom prst="bentConnector3">
            <a:avLst>
              <a:gd name="adj1" fmla="val 2421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2" name="Соединитель: уступ 111">
            <a:extLst>
              <a:ext uri="{FF2B5EF4-FFF2-40B4-BE49-F238E27FC236}">
                <a16:creationId xmlns:a16="http://schemas.microsoft.com/office/drawing/2014/main" id="{37B73476-7486-59E1-358A-82282238D4CE}"/>
              </a:ext>
            </a:extLst>
          </p:cNvPr>
          <p:cNvCxnSpPr>
            <a:cxnSpLocks/>
          </p:cNvCxnSpPr>
          <p:nvPr/>
        </p:nvCxnSpPr>
        <p:spPr>
          <a:xfrm rot="10800000" flipV="1">
            <a:off x="3861302" y="4228757"/>
            <a:ext cx="1161313" cy="514265"/>
          </a:xfrm>
          <a:prstGeom prst="bentConnector3">
            <a:avLst>
              <a:gd name="adj1" fmla="val 99814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8" name="Соединитель: уступ 117">
            <a:extLst>
              <a:ext uri="{FF2B5EF4-FFF2-40B4-BE49-F238E27FC236}">
                <a16:creationId xmlns:a16="http://schemas.microsoft.com/office/drawing/2014/main" id="{13419459-ED00-AE3E-90EA-DF3B18158E2B}"/>
              </a:ext>
            </a:extLst>
          </p:cNvPr>
          <p:cNvCxnSpPr>
            <a:cxnSpLocks/>
            <a:endCxn id="107" idx="0"/>
          </p:cNvCxnSpPr>
          <p:nvPr/>
        </p:nvCxnSpPr>
        <p:spPr>
          <a:xfrm>
            <a:off x="5022614" y="4228758"/>
            <a:ext cx="1455126" cy="395311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41B619A1-7E66-1BBC-EEBE-C2B4C67478CF}"/>
              </a:ext>
            </a:extLst>
          </p:cNvPr>
          <p:cNvSpPr txBox="1"/>
          <p:nvPr/>
        </p:nvSpPr>
        <p:spPr>
          <a:xfrm>
            <a:off x="2299249" y="5228463"/>
            <a:ext cx="1126575" cy="2462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командир роты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0BBEAEC1-9BD1-36FB-A844-88D97FDA2C8D}"/>
              </a:ext>
            </a:extLst>
          </p:cNvPr>
          <p:cNvSpPr txBox="1"/>
          <p:nvPr/>
        </p:nvSpPr>
        <p:spPr>
          <a:xfrm>
            <a:off x="2307271" y="5532169"/>
            <a:ext cx="1126575" cy="55399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заме­ститель по политической части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AAF13410-02E2-149B-4044-7A6D1D5D0C9E}"/>
              </a:ext>
            </a:extLst>
          </p:cNvPr>
          <p:cNvSpPr txBox="1"/>
          <p:nvPr/>
        </p:nvSpPr>
        <p:spPr>
          <a:xfrm>
            <a:off x="2301508" y="6144861"/>
            <a:ext cx="1126575" cy="2462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старшина роты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26" name="Соединитель: уступ 125">
            <a:extLst>
              <a:ext uri="{FF2B5EF4-FFF2-40B4-BE49-F238E27FC236}">
                <a16:creationId xmlns:a16="http://schemas.microsoft.com/office/drawing/2014/main" id="{F0000495-15F4-64E6-6016-351C98539525}"/>
              </a:ext>
            </a:extLst>
          </p:cNvPr>
          <p:cNvCxnSpPr>
            <a:cxnSpLocks/>
            <a:stCxn id="104" idx="2"/>
            <a:endCxn id="123" idx="3"/>
          </p:cNvCxnSpPr>
          <p:nvPr/>
        </p:nvCxnSpPr>
        <p:spPr>
          <a:xfrm rot="5400000">
            <a:off x="3482550" y="4972822"/>
            <a:ext cx="322026" cy="435478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9" name="Соединитель: уступ 128">
            <a:extLst>
              <a:ext uri="{FF2B5EF4-FFF2-40B4-BE49-F238E27FC236}">
                <a16:creationId xmlns:a16="http://schemas.microsoft.com/office/drawing/2014/main" id="{30BA95EA-8910-A05A-652B-9AC25F31E540}"/>
              </a:ext>
            </a:extLst>
          </p:cNvPr>
          <p:cNvCxnSpPr>
            <a:cxnSpLocks/>
            <a:stCxn id="104" idx="2"/>
            <a:endCxn id="124" idx="3"/>
          </p:cNvCxnSpPr>
          <p:nvPr/>
        </p:nvCxnSpPr>
        <p:spPr>
          <a:xfrm rot="5400000">
            <a:off x="3257764" y="5205630"/>
            <a:ext cx="779620" cy="427456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2" name="Соединитель: уступ 131">
            <a:extLst>
              <a:ext uri="{FF2B5EF4-FFF2-40B4-BE49-F238E27FC236}">
                <a16:creationId xmlns:a16="http://schemas.microsoft.com/office/drawing/2014/main" id="{8D48E454-ED5E-8A2B-30B1-C74CD8B0E3ED}"/>
              </a:ext>
            </a:extLst>
          </p:cNvPr>
          <p:cNvCxnSpPr>
            <a:cxnSpLocks/>
            <a:stCxn id="104" idx="2"/>
            <a:endCxn id="125" idx="3"/>
          </p:cNvCxnSpPr>
          <p:nvPr/>
        </p:nvCxnSpPr>
        <p:spPr>
          <a:xfrm rot="5400000">
            <a:off x="3025481" y="5432151"/>
            <a:ext cx="1238424" cy="43321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7" name="Соединитель: уступ 196">
            <a:extLst>
              <a:ext uri="{FF2B5EF4-FFF2-40B4-BE49-F238E27FC236}">
                <a16:creationId xmlns:a16="http://schemas.microsoft.com/office/drawing/2014/main" id="{3984DCF3-9E5A-A878-55D2-D5C4C7A1567D}"/>
              </a:ext>
            </a:extLst>
          </p:cNvPr>
          <p:cNvCxnSpPr>
            <a:cxnSpLocks/>
            <a:stCxn id="3" idx="2"/>
            <a:endCxn id="8" idx="1"/>
          </p:cNvCxnSpPr>
          <p:nvPr/>
        </p:nvCxnSpPr>
        <p:spPr>
          <a:xfrm rot="16200000" flipH="1">
            <a:off x="453875" y="1516639"/>
            <a:ext cx="670281" cy="9542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0" name="Соединитель: уступ 199">
            <a:extLst>
              <a:ext uri="{FF2B5EF4-FFF2-40B4-BE49-F238E27FC236}">
                <a16:creationId xmlns:a16="http://schemas.microsoft.com/office/drawing/2014/main" id="{B7423C7A-CB87-4C80-7D69-5A4E879A1960}"/>
              </a:ext>
            </a:extLst>
          </p:cNvPr>
          <p:cNvCxnSpPr>
            <a:cxnSpLocks/>
            <a:stCxn id="3" idx="2"/>
            <a:endCxn id="11" idx="1"/>
          </p:cNvCxnSpPr>
          <p:nvPr/>
        </p:nvCxnSpPr>
        <p:spPr>
          <a:xfrm rot="16200000" flipH="1">
            <a:off x="228960" y="1741555"/>
            <a:ext cx="1138236" cy="113554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3" name="Соединитель: уступ 202">
            <a:extLst>
              <a:ext uri="{FF2B5EF4-FFF2-40B4-BE49-F238E27FC236}">
                <a16:creationId xmlns:a16="http://schemas.microsoft.com/office/drawing/2014/main" id="{A2C02787-B8CA-1159-9681-BCCFED5D0538}"/>
              </a:ext>
            </a:extLst>
          </p:cNvPr>
          <p:cNvCxnSpPr>
            <a:cxnSpLocks/>
            <a:stCxn id="3" idx="2"/>
            <a:endCxn id="9" idx="1"/>
          </p:cNvCxnSpPr>
          <p:nvPr/>
        </p:nvCxnSpPr>
        <p:spPr>
          <a:xfrm rot="16200000" flipH="1">
            <a:off x="-29265" y="1999779"/>
            <a:ext cx="1646233" cy="105101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8" name="Соединитель: уступ 207">
            <a:extLst>
              <a:ext uri="{FF2B5EF4-FFF2-40B4-BE49-F238E27FC236}">
                <a16:creationId xmlns:a16="http://schemas.microsoft.com/office/drawing/2014/main" id="{5C420783-1485-6C41-2552-041C6F5A7997}"/>
              </a:ext>
            </a:extLst>
          </p:cNvPr>
          <p:cNvCxnSpPr>
            <a:cxnSpLocks/>
            <a:stCxn id="14" idx="2"/>
            <a:endCxn id="32" idx="0"/>
          </p:cNvCxnSpPr>
          <p:nvPr/>
        </p:nvCxnSpPr>
        <p:spPr>
          <a:xfrm rot="5400000">
            <a:off x="5567462" y="1295257"/>
            <a:ext cx="337026" cy="189957"/>
          </a:xfrm>
          <a:prstGeom prst="bentConnector3">
            <a:avLst>
              <a:gd name="adj1" fmla="val 52826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6" name="Прямая со стрелкой 215">
            <a:extLst>
              <a:ext uri="{FF2B5EF4-FFF2-40B4-BE49-F238E27FC236}">
                <a16:creationId xmlns:a16="http://schemas.microsoft.com/office/drawing/2014/main" id="{BB59472F-F6FC-E51C-A212-10B6F60F1572}"/>
              </a:ext>
            </a:extLst>
          </p:cNvPr>
          <p:cNvCxnSpPr>
            <a:cxnSpLocks/>
            <a:stCxn id="35" idx="2"/>
            <a:endCxn id="62" idx="0"/>
          </p:cNvCxnSpPr>
          <p:nvPr/>
        </p:nvCxnSpPr>
        <p:spPr>
          <a:xfrm>
            <a:off x="6826411" y="3212917"/>
            <a:ext cx="3693" cy="1366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Прямая со стрелкой 219">
            <a:extLst>
              <a:ext uri="{FF2B5EF4-FFF2-40B4-BE49-F238E27FC236}">
                <a16:creationId xmlns:a16="http://schemas.microsoft.com/office/drawing/2014/main" id="{615B600B-2B8D-B48A-98C5-D35851DBC04E}"/>
              </a:ext>
            </a:extLst>
          </p:cNvPr>
          <p:cNvCxnSpPr>
            <a:cxnSpLocks/>
            <a:stCxn id="52" idx="2"/>
            <a:endCxn id="64" idx="0"/>
          </p:cNvCxnSpPr>
          <p:nvPr/>
        </p:nvCxnSpPr>
        <p:spPr>
          <a:xfrm>
            <a:off x="8164143" y="3212917"/>
            <a:ext cx="3422" cy="2160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16756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8000">
        <p159:morph option="byObject"/>
      </p:transition>
    </mc:Choice>
    <mc:Fallback>
      <p:transition spd="slow" advTm="8000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4E5BE0-D47C-EF20-EBBF-510A74A92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0D43E13F-33E4-8DEC-C302-1A9E1A4CB7A2}"/>
              </a:ext>
            </a:extLst>
          </p:cNvPr>
          <p:cNvSpPr txBox="1"/>
          <p:nvPr/>
        </p:nvSpPr>
        <p:spPr>
          <a:xfrm>
            <a:off x="4603156" y="5869947"/>
            <a:ext cx="918728" cy="30777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7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пуле­метный расчет</a:t>
            </a:r>
            <a:r>
              <a:rPr lang="en-US" sz="7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ru-RU" sz="7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х</a:t>
            </a:r>
            <a:r>
              <a:rPr lang="en-US" sz="7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2</a:t>
            </a:r>
            <a:endParaRPr lang="ru-RU" sz="7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8ABE3BA7-F7AE-BECA-7C3A-F7755605C40E}"/>
              </a:ext>
            </a:extLst>
          </p:cNvPr>
          <p:cNvSpPr txBox="1"/>
          <p:nvPr/>
        </p:nvSpPr>
        <p:spPr>
          <a:xfrm>
            <a:off x="5792288" y="4624069"/>
            <a:ext cx="1370904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2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мотострелковый взвод х3</a:t>
            </a:r>
            <a:endParaRPr lang="ru-RU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666CCCCA-CF37-4DD6-817D-4C7C440E16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1992" y="322279"/>
            <a:ext cx="9144000" cy="311020"/>
          </a:xfrm>
          <a:solidFill>
            <a:schemeClr val="bg1"/>
          </a:solidFill>
          <a:ln w="19050">
            <a:noFill/>
          </a:ln>
        </p:spPr>
        <p:txBody>
          <a:bodyPr>
            <a:normAutofit fontScale="90000"/>
          </a:bodyPr>
          <a:lstStyle/>
          <a:p>
            <a:r>
              <a:rPr lang="ru-RU" sz="1800" dirty="0">
                <a:latin typeface="Segoe UI" panose="020B0502040204020203" pitchFamily="34" charset="0"/>
                <a:cs typeface="Segoe UI" panose="020B0502040204020203" pitchFamily="34" charset="0"/>
              </a:rPr>
              <a:t>Командир батальона</a:t>
            </a:r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9BAAE800-45B2-D88D-19C7-C9CABE0BC217}"/>
              </a:ext>
            </a:extLst>
          </p:cNvPr>
          <p:cNvCxnSpPr>
            <a:cxnSpLocks/>
          </p:cNvCxnSpPr>
          <p:nvPr/>
        </p:nvCxnSpPr>
        <p:spPr>
          <a:xfrm>
            <a:off x="743342" y="658180"/>
            <a:ext cx="107053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82A6E9C7-51DA-82C4-14B4-8B8F82D1DDA5}"/>
              </a:ext>
            </a:extLst>
          </p:cNvPr>
          <p:cNvCxnSpPr>
            <a:cxnSpLocks/>
          </p:cNvCxnSpPr>
          <p:nvPr/>
        </p:nvCxnSpPr>
        <p:spPr>
          <a:xfrm>
            <a:off x="743342" y="658180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C8364070-F441-BF75-3294-CF1180350BF1}"/>
              </a:ext>
            </a:extLst>
          </p:cNvPr>
          <p:cNvCxnSpPr>
            <a:cxnSpLocks/>
          </p:cNvCxnSpPr>
          <p:nvPr/>
        </p:nvCxnSpPr>
        <p:spPr>
          <a:xfrm>
            <a:off x="1807029" y="658180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B3968760-412B-1F90-4C3D-14043BE91139}"/>
              </a:ext>
            </a:extLst>
          </p:cNvPr>
          <p:cNvCxnSpPr>
            <a:cxnSpLocks/>
          </p:cNvCxnSpPr>
          <p:nvPr/>
        </p:nvCxnSpPr>
        <p:spPr>
          <a:xfrm>
            <a:off x="3050042" y="664407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3C6855FB-743F-5D53-3F64-F40CBFEFBF10}"/>
              </a:ext>
            </a:extLst>
          </p:cNvPr>
          <p:cNvCxnSpPr>
            <a:cxnSpLocks/>
          </p:cNvCxnSpPr>
          <p:nvPr/>
        </p:nvCxnSpPr>
        <p:spPr>
          <a:xfrm>
            <a:off x="4678817" y="664407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11017318-6A67-8A73-9316-E0B22119F2D4}"/>
              </a:ext>
            </a:extLst>
          </p:cNvPr>
          <p:cNvCxnSpPr>
            <a:cxnSpLocks/>
          </p:cNvCxnSpPr>
          <p:nvPr/>
        </p:nvCxnSpPr>
        <p:spPr>
          <a:xfrm>
            <a:off x="5822307" y="664407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B8F5401C-3571-655C-2A91-8FC28BC21D02}"/>
              </a:ext>
            </a:extLst>
          </p:cNvPr>
          <p:cNvCxnSpPr>
            <a:cxnSpLocks/>
          </p:cNvCxnSpPr>
          <p:nvPr/>
        </p:nvCxnSpPr>
        <p:spPr>
          <a:xfrm>
            <a:off x="7274769" y="658180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11F93632-F188-4C57-EED2-39EA208EA4A8}"/>
              </a:ext>
            </a:extLst>
          </p:cNvPr>
          <p:cNvCxnSpPr>
            <a:cxnSpLocks/>
          </p:cNvCxnSpPr>
          <p:nvPr/>
        </p:nvCxnSpPr>
        <p:spPr>
          <a:xfrm>
            <a:off x="8954278" y="664407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B0724FA4-EAF7-7037-51E7-B1F12FC0A33B}"/>
              </a:ext>
            </a:extLst>
          </p:cNvPr>
          <p:cNvCxnSpPr>
            <a:cxnSpLocks/>
          </p:cNvCxnSpPr>
          <p:nvPr/>
        </p:nvCxnSpPr>
        <p:spPr>
          <a:xfrm>
            <a:off x="10191845" y="659786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30F8D03B-06E2-9438-B4B4-242416B172D0}"/>
              </a:ext>
            </a:extLst>
          </p:cNvPr>
          <p:cNvCxnSpPr>
            <a:cxnSpLocks/>
          </p:cNvCxnSpPr>
          <p:nvPr/>
        </p:nvCxnSpPr>
        <p:spPr>
          <a:xfrm>
            <a:off x="11448658" y="664549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>
            <a:extLst>
              <a:ext uri="{FF2B5EF4-FFF2-40B4-BE49-F238E27FC236}">
                <a16:creationId xmlns:a16="http://schemas.microsoft.com/office/drawing/2014/main" id="{CF6DC88D-4981-35EB-5263-C94C98194B8B}"/>
              </a:ext>
            </a:extLst>
          </p:cNvPr>
          <p:cNvCxnSpPr>
            <a:cxnSpLocks/>
          </p:cNvCxnSpPr>
          <p:nvPr/>
        </p:nvCxnSpPr>
        <p:spPr>
          <a:xfrm>
            <a:off x="6096000" y="560731"/>
            <a:ext cx="0" cy="10381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3258D2C-F1DD-D181-9CBC-237F0C3DC6EF}"/>
              </a:ext>
            </a:extLst>
          </p:cNvPr>
          <p:cNvSpPr/>
          <p:nvPr/>
        </p:nvSpPr>
        <p:spPr>
          <a:xfrm>
            <a:off x="84078" y="822814"/>
            <a:ext cx="1314446" cy="406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управление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4234EF9-EBBA-2999-BE7C-3956617BD65E}"/>
              </a:ext>
            </a:extLst>
          </p:cNvPr>
          <p:cNvSpPr/>
          <p:nvPr/>
        </p:nvSpPr>
        <p:spPr>
          <a:xfrm>
            <a:off x="1567841" y="822814"/>
            <a:ext cx="667814" cy="406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штаб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4B0C32FC-AF65-48AB-2A80-A4EE53EDF120}"/>
              </a:ext>
            </a:extLst>
          </p:cNvPr>
          <p:cNvGrpSpPr/>
          <p:nvPr/>
        </p:nvGrpSpPr>
        <p:grpSpPr>
          <a:xfrm>
            <a:off x="2438094" y="806682"/>
            <a:ext cx="1609659" cy="492614"/>
            <a:chOff x="1730441" y="3429000"/>
            <a:chExt cx="1363042" cy="492614"/>
          </a:xfrm>
          <a:solidFill>
            <a:schemeClr val="bg1"/>
          </a:solidFill>
        </p:grpSpPr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39070744-327D-E919-9CC1-907E5D35C644}"/>
                </a:ext>
              </a:extLst>
            </p:cNvPr>
            <p:cNvSpPr/>
            <p:nvPr/>
          </p:nvSpPr>
          <p:spPr>
            <a:xfrm>
              <a:off x="1779037" y="3429000"/>
              <a:ext cx="1314446" cy="4064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A8C5F9E7-2F03-DECF-2D70-425178EEB033}"/>
                </a:ext>
              </a:extLst>
            </p:cNvPr>
            <p:cNvSpPr/>
            <p:nvPr/>
          </p:nvSpPr>
          <p:spPr>
            <a:xfrm>
              <a:off x="1730441" y="3515214"/>
              <a:ext cx="1314446" cy="4064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kern="0" dirty="0">
                  <a:solidFill>
                    <a:schemeClr val="tx1"/>
                  </a:solidFill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мотострелковая рота х3</a:t>
              </a:r>
              <a:endParaRPr lang="ru-RU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0712CE73-1046-15FF-CF8B-2087767F6112}"/>
              </a:ext>
            </a:extLst>
          </p:cNvPr>
          <p:cNvSpPr/>
          <p:nvPr/>
        </p:nvSpPr>
        <p:spPr>
          <a:xfrm>
            <a:off x="4304641" y="822814"/>
            <a:ext cx="748351" cy="406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взвод связи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3A926C37-8794-8CDB-898A-D7D8A4D2B6A6}"/>
              </a:ext>
            </a:extLst>
          </p:cNvPr>
          <p:cNvSpPr/>
          <p:nvPr/>
        </p:nvSpPr>
        <p:spPr>
          <a:xfrm>
            <a:off x="5202007" y="815322"/>
            <a:ext cx="1257891" cy="406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минометная батарея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41B69BC-6360-BD7C-4A91-9ECA79AA8964}"/>
              </a:ext>
            </a:extLst>
          </p:cNvPr>
          <p:cNvSpPr/>
          <p:nvPr/>
        </p:nvSpPr>
        <p:spPr>
          <a:xfrm>
            <a:off x="6531819" y="813716"/>
            <a:ext cx="1679506" cy="406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противотанковый взвод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4830A8FC-A74B-FCC0-E4EB-59F4343A21A1}"/>
              </a:ext>
            </a:extLst>
          </p:cNvPr>
          <p:cNvSpPr/>
          <p:nvPr/>
        </p:nvSpPr>
        <p:spPr>
          <a:xfrm>
            <a:off x="8264061" y="813716"/>
            <a:ext cx="1384181" cy="73866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отделение технического обслуживания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AC986AD-4773-BD56-65C9-A9571BF38AC3}"/>
              </a:ext>
            </a:extLst>
          </p:cNvPr>
          <p:cNvSpPr/>
          <p:nvPr/>
        </p:nvSpPr>
        <p:spPr>
          <a:xfrm>
            <a:off x="9786439" y="833541"/>
            <a:ext cx="828424" cy="73866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взвод снабжения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E7A18B40-8ED3-D5BF-B9C5-79F39159CA3B}"/>
              </a:ext>
            </a:extLst>
          </p:cNvPr>
          <p:cNvSpPr/>
          <p:nvPr/>
        </p:nvSpPr>
        <p:spPr>
          <a:xfrm>
            <a:off x="10854303" y="820085"/>
            <a:ext cx="1309603" cy="73866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батальонный медицинский пункт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E6234A2-E15B-9F12-0624-8D2FFA35CA8B}"/>
              </a:ext>
            </a:extLst>
          </p:cNvPr>
          <p:cNvSpPr txBox="1"/>
          <p:nvPr/>
        </p:nvSpPr>
        <p:spPr>
          <a:xfrm>
            <a:off x="3219450" y="0"/>
            <a:ext cx="6096000" cy="369332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z="1800" b="1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Мотострелковый батальон армии СССР</a:t>
            </a:r>
            <a:endParaRPr lang="ru-RU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87B1D1B-29F0-F128-2D59-5B5A4091656B}"/>
              </a:ext>
            </a:extLst>
          </p:cNvPr>
          <p:cNvSpPr txBox="1"/>
          <p:nvPr/>
        </p:nvSpPr>
        <p:spPr>
          <a:xfrm>
            <a:off x="847707" y="1353569"/>
            <a:ext cx="568385" cy="21544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8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комбат</a:t>
            </a:r>
            <a:endParaRPr lang="ru-RU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28972B0-9D47-2450-41C2-5D1B5EA1E846}"/>
              </a:ext>
            </a:extLst>
          </p:cNvPr>
          <p:cNvSpPr txBox="1"/>
          <p:nvPr/>
        </p:nvSpPr>
        <p:spPr>
          <a:xfrm>
            <a:off x="836730" y="1668662"/>
            <a:ext cx="939960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8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по политической части</a:t>
            </a:r>
            <a:endParaRPr lang="ru-RU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94A55A-C7B4-71CE-C5DB-7746BAAFE62F}"/>
              </a:ext>
            </a:extLst>
          </p:cNvPr>
          <p:cNvSpPr txBox="1"/>
          <p:nvPr/>
        </p:nvSpPr>
        <p:spPr>
          <a:xfrm>
            <a:off x="846402" y="2644614"/>
            <a:ext cx="939960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8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по технической части </a:t>
            </a:r>
            <a:endParaRPr lang="ru-RU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933D910-D498-9486-716F-CED7437DD62A}"/>
              </a:ext>
            </a:extLst>
          </p:cNvPr>
          <p:cNvSpPr txBox="1"/>
          <p:nvPr/>
        </p:nvSpPr>
        <p:spPr>
          <a:xfrm>
            <a:off x="854855" y="2198173"/>
            <a:ext cx="678678" cy="33855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8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техник батальона</a:t>
            </a:r>
            <a:endParaRPr lang="ru-RU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9" name="Соединитель: уступ 28">
            <a:extLst>
              <a:ext uri="{FF2B5EF4-FFF2-40B4-BE49-F238E27FC236}">
                <a16:creationId xmlns:a16="http://schemas.microsoft.com/office/drawing/2014/main" id="{158C3BB2-2776-D846-2454-63B4CC9EB9FD}"/>
              </a:ext>
            </a:extLst>
          </p:cNvPr>
          <p:cNvCxnSpPr>
            <a:cxnSpLocks/>
            <a:stCxn id="3" idx="2"/>
            <a:endCxn id="2" idx="1"/>
          </p:cNvCxnSpPr>
          <p:nvPr/>
        </p:nvCxnSpPr>
        <p:spPr>
          <a:xfrm rot="16200000" flipH="1">
            <a:off x="678466" y="1292049"/>
            <a:ext cx="232077" cy="106406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DE67F7B0-8FEA-9789-8151-9757E51AED77}"/>
              </a:ext>
            </a:extLst>
          </p:cNvPr>
          <p:cNvSpPr txBox="1"/>
          <p:nvPr/>
        </p:nvSpPr>
        <p:spPr>
          <a:xfrm>
            <a:off x="2069116" y="3766362"/>
            <a:ext cx="898668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начальник штаба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39FC1F-1C62-3B8F-C0DA-68CB3D838A99}"/>
              </a:ext>
            </a:extLst>
          </p:cNvPr>
          <p:cNvSpPr txBox="1"/>
          <p:nvPr/>
        </p:nvSpPr>
        <p:spPr>
          <a:xfrm>
            <a:off x="2061496" y="3231219"/>
            <a:ext cx="990108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начальник связи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282836F-D3C3-354F-B1EE-719809D7922F}"/>
              </a:ext>
            </a:extLst>
          </p:cNvPr>
          <p:cNvSpPr txBox="1"/>
          <p:nvPr/>
        </p:nvSpPr>
        <p:spPr>
          <a:xfrm>
            <a:off x="2049938" y="1653148"/>
            <a:ext cx="976286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инструктор-дозиметрист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84F43A6-B53B-F5CD-80BC-CC13C60495DB}"/>
              </a:ext>
            </a:extLst>
          </p:cNvPr>
          <p:cNvSpPr txBox="1"/>
          <p:nvPr/>
        </p:nvSpPr>
        <p:spPr>
          <a:xfrm>
            <a:off x="2062825" y="2831109"/>
            <a:ext cx="678678" cy="2462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писарь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3BE2801-EC05-EEA6-6286-ABFFC8F34945}"/>
              </a:ext>
            </a:extLst>
          </p:cNvPr>
          <p:cNvSpPr txBox="1"/>
          <p:nvPr/>
        </p:nvSpPr>
        <p:spPr>
          <a:xfrm>
            <a:off x="2061496" y="2181659"/>
            <a:ext cx="906288" cy="55399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води­тел</a:t>
            </a:r>
            <a:r>
              <a:rPr lang="ru-RU" sz="10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ь</a:t>
            </a:r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бронетранспортера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6" name="Соединитель: уступ 45">
            <a:extLst>
              <a:ext uri="{FF2B5EF4-FFF2-40B4-BE49-F238E27FC236}">
                <a16:creationId xmlns:a16="http://schemas.microsoft.com/office/drawing/2014/main" id="{9416C500-3570-508B-D939-D01AB06D8C73}"/>
              </a:ext>
            </a:extLst>
          </p:cNvPr>
          <p:cNvCxnSpPr>
            <a:cxnSpLocks/>
            <a:stCxn id="4" idx="2"/>
            <a:endCxn id="19" idx="1"/>
          </p:cNvCxnSpPr>
          <p:nvPr/>
        </p:nvCxnSpPr>
        <p:spPr>
          <a:xfrm rot="16200000" flipH="1">
            <a:off x="1119783" y="2011178"/>
            <a:ext cx="1725006" cy="161077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9" name="Соединитель: уступ 48">
            <a:extLst>
              <a:ext uri="{FF2B5EF4-FFF2-40B4-BE49-F238E27FC236}">
                <a16:creationId xmlns:a16="http://schemas.microsoft.com/office/drawing/2014/main" id="{662F74AF-8174-9F88-5E94-191F8C2CC5A1}"/>
              </a:ext>
            </a:extLst>
          </p:cNvPr>
          <p:cNvCxnSpPr>
            <a:cxnSpLocks/>
            <a:stCxn id="4" idx="2"/>
            <a:endCxn id="18" idx="1"/>
          </p:cNvCxnSpPr>
          <p:nvPr/>
        </p:nvCxnSpPr>
        <p:spPr>
          <a:xfrm rot="16200000" flipH="1">
            <a:off x="1663849" y="1467113"/>
            <a:ext cx="623989" cy="148190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4" name="Соединитель: уступ 53">
            <a:extLst>
              <a:ext uri="{FF2B5EF4-FFF2-40B4-BE49-F238E27FC236}">
                <a16:creationId xmlns:a16="http://schemas.microsoft.com/office/drawing/2014/main" id="{F5849AE8-C0D8-4803-7D21-870DD0A3E292}"/>
              </a:ext>
            </a:extLst>
          </p:cNvPr>
          <p:cNvCxnSpPr>
            <a:cxnSpLocks/>
            <a:stCxn id="4" idx="2"/>
            <a:endCxn id="15" idx="1"/>
          </p:cNvCxnSpPr>
          <p:nvPr/>
        </p:nvCxnSpPr>
        <p:spPr>
          <a:xfrm rot="16200000" flipH="1">
            <a:off x="616831" y="2514131"/>
            <a:ext cx="2737203" cy="167368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8" name="Соединитель: уступ 57">
            <a:extLst>
              <a:ext uri="{FF2B5EF4-FFF2-40B4-BE49-F238E27FC236}">
                <a16:creationId xmlns:a16="http://schemas.microsoft.com/office/drawing/2014/main" id="{3B0656B6-65D9-AA86-FE85-1D80E7BC29A3}"/>
              </a:ext>
            </a:extLst>
          </p:cNvPr>
          <p:cNvCxnSpPr>
            <a:cxnSpLocks/>
            <a:stCxn id="4" idx="2"/>
            <a:endCxn id="17" idx="1"/>
          </p:cNvCxnSpPr>
          <p:nvPr/>
        </p:nvCxnSpPr>
        <p:spPr>
          <a:xfrm rot="16200000" flipH="1">
            <a:off x="880592" y="2250370"/>
            <a:ext cx="2202060" cy="159748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3" name="Соединитель: уступ 62">
            <a:extLst>
              <a:ext uri="{FF2B5EF4-FFF2-40B4-BE49-F238E27FC236}">
                <a16:creationId xmlns:a16="http://schemas.microsoft.com/office/drawing/2014/main" id="{17E7C1E0-8D2C-18E9-84E6-E23F8C450FA8}"/>
              </a:ext>
            </a:extLst>
          </p:cNvPr>
          <p:cNvCxnSpPr>
            <a:cxnSpLocks/>
            <a:stCxn id="4" idx="2"/>
            <a:endCxn id="21" idx="1"/>
          </p:cNvCxnSpPr>
          <p:nvPr/>
        </p:nvCxnSpPr>
        <p:spPr>
          <a:xfrm rot="16200000" flipH="1">
            <a:off x="1366900" y="1764062"/>
            <a:ext cx="1229444" cy="159748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69869C77-97ED-5A4E-8322-D37F14F3E508}"/>
              </a:ext>
            </a:extLst>
          </p:cNvPr>
          <p:cNvSpPr txBox="1"/>
          <p:nvPr/>
        </p:nvSpPr>
        <p:spPr>
          <a:xfrm>
            <a:off x="2068623" y="4290885"/>
            <a:ext cx="545306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9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взво­д связи</a:t>
            </a:r>
            <a:endParaRPr lang="ru-RU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73" name="Соединитель: уступ 72">
            <a:extLst>
              <a:ext uri="{FF2B5EF4-FFF2-40B4-BE49-F238E27FC236}">
                <a16:creationId xmlns:a16="http://schemas.microsoft.com/office/drawing/2014/main" id="{F15422DB-FBA9-FE5C-3C59-31CF150B9E1C}"/>
              </a:ext>
            </a:extLst>
          </p:cNvPr>
          <p:cNvCxnSpPr>
            <a:cxnSpLocks/>
            <a:stCxn id="4" idx="2"/>
            <a:endCxn id="72" idx="1"/>
          </p:cNvCxnSpPr>
          <p:nvPr/>
        </p:nvCxnSpPr>
        <p:spPr>
          <a:xfrm rot="16200000" flipH="1">
            <a:off x="362017" y="2768944"/>
            <a:ext cx="3246337" cy="166875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B0398262-C6D8-C97F-604A-CD92596984A8}"/>
              </a:ext>
            </a:extLst>
          </p:cNvPr>
          <p:cNvSpPr txBox="1"/>
          <p:nvPr/>
        </p:nvSpPr>
        <p:spPr>
          <a:xfrm>
            <a:off x="3982429" y="1569013"/>
            <a:ext cx="918728" cy="2462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управление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47" name="Группа 46">
            <a:extLst>
              <a:ext uri="{FF2B5EF4-FFF2-40B4-BE49-F238E27FC236}">
                <a16:creationId xmlns:a16="http://schemas.microsoft.com/office/drawing/2014/main" id="{7CF5C3D6-D070-8A95-E824-E8C50C075693}"/>
              </a:ext>
            </a:extLst>
          </p:cNvPr>
          <p:cNvGrpSpPr/>
          <p:nvPr/>
        </p:nvGrpSpPr>
        <p:grpSpPr>
          <a:xfrm>
            <a:off x="5154227" y="1558748"/>
            <a:ext cx="946133" cy="278140"/>
            <a:chOff x="6716528" y="3207053"/>
            <a:chExt cx="946133" cy="278140"/>
          </a:xfrm>
          <a:solidFill>
            <a:schemeClr val="bg1"/>
          </a:solidFill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D385B6F-3942-A6D7-1652-DC7E3A065650}"/>
                </a:ext>
              </a:extLst>
            </p:cNvPr>
            <p:cNvSpPr txBox="1"/>
            <p:nvPr/>
          </p:nvSpPr>
          <p:spPr>
            <a:xfrm>
              <a:off x="6743933" y="3207053"/>
              <a:ext cx="918728" cy="246221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ED0B920-EED1-F9D4-0A6C-ECC18490C4EB}"/>
                </a:ext>
              </a:extLst>
            </p:cNvPr>
            <p:cNvSpPr txBox="1"/>
            <p:nvPr/>
          </p:nvSpPr>
          <p:spPr>
            <a:xfrm>
              <a:off x="6716528" y="3238972"/>
              <a:ext cx="918728" cy="246221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в</a:t>
              </a:r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звод </a:t>
              </a:r>
              <a:r>
                <a:rPr lang="en-US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x2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8" name="Группа 47">
            <a:extLst>
              <a:ext uri="{FF2B5EF4-FFF2-40B4-BE49-F238E27FC236}">
                <a16:creationId xmlns:a16="http://schemas.microsoft.com/office/drawing/2014/main" id="{DBDE61C3-8A97-16C7-F6E9-73C38BB04D06}"/>
              </a:ext>
            </a:extLst>
          </p:cNvPr>
          <p:cNvGrpSpPr/>
          <p:nvPr/>
        </p:nvGrpSpPr>
        <p:grpSpPr>
          <a:xfrm>
            <a:off x="6235523" y="1552379"/>
            <a:ext cx="958833" cy="432029"/>
            <a:chOff x="6703828" y="3507686"/>
            <a:chExt cx="958833" cy="432029"/>
          </a:xfrm>
          <a:solidFill>
            <a:schemeClr val="bg1"/>
          </a:solidFill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8B11ABD-72D8-F66A-AFC7-BABB057ECCC3}"/>
                </a:ext>
              </a:extLst>
            </p:cNvPr>
            <p:cNvSpPr txBox="1"/>
            <p:nvPr/>
          </p:nvSpPr>
          <p:spPr>
            <a:xfrm>
              <a:off x="6743933" y="3507686"/>
              <a:ext cx="918728" cy="40011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120-мм миномет х3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0F74FBA-3F88-A95C-D1C2-FBC72059A239}"/>
                </a:ext>
              </a:extLst>
            </p:cNvPr>
            <p:cNvSpPr txBox="1"/>
            <p:nvPr/>
          </p:nvSpPr>
          <p:spPr>
            <a:xfrm>
              <a:off x="6703828" y="3539605"/>
              <a:ext cx="918728" cy="40011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120-мм миномет х3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51" name="Соединитель: уступ 50">
            <a:extLst>
              <a:ext uri="{FF2B5EF4-FFF2-40B4-BE49-F238E27FC236}">
                <a16:creationId xmlns:a16="http://schemas.microsoft.com/office/drawing/2014/main" id="{0FC30731-541F-0B26-1896-2CAC5879FCE3}"/>
              </a:ext>
            </a:extLst>
          </p:cNvPr>
          <p:cNvCxnSpPr>
            <a:cxnSpLocks/>
            <a:stCxn id="14" idx="2"/>
            <a:endCxn id="27" idx="0"/>
          </p:cNvCxnSpPr>
          <p:nvPr/>
        </p:nvCxnSpPr>
        <p:spPr>
          <a:xfrm rot="5400000">
            <a:off x="4962728" y="700787"/>
            <a:ext cx="347291" cy="138916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7" name="Соединитель: уступ 56">
            <a:extLst>
              <a:ext uri="{FF2B5EF4-FFF2-40B4-BE49-F238E27FC236}">
                <a16:creationId xmlns:a16="http://schemas.microsoft.com/office/drawing/2014/main" id="{E6BF28C7-423F-CDBD-E716-9A4ABCC7795C}"/>
              </a:ext>
            </a:extLst>
          </p:cNvPr>
          <p:cNvCxnSpPr>
            <a:cxnSpLocks/>
            <a:stCxn id="14" idx="2"/>
            <a:endCxn id="40" idx="0"/>
          </p:cNvCxnSpPr>
          <p:nvPr/>
        </p:nvCxnSpPr>
        <p:spPr>
          <a:xfrm rot="16200000" flipH="1">
            <a:off x="6117644" y="935030"/>
            <a:ext cx="330657" cy="904039"/>
          </a:xfrm>
          <a:prstGeom prst="bentConnector3">
            <a:avLst>
              <a:gd name="adj1" fmla="val 52881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6D6064E-43C4-F3CD-A213-B77EF5E6CF12}"/>
              </a:ext>
            </a:extLst>
          </p:cNvPr>
          <p:cNvSpPr txBox="1"/>
          <p:nvPr/>
        </p:nvSpPr>
        <p:spPr>
          <a:xfrm>
            <a:off x="6210620" y="2505031"/>
            <a:ext cx="1231581" cy="70788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отделение станковых противо­танковых гранатометов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85" name="Группа 84">
            <a:extLst>
              <a:ext uri="{FF2B5EF4-FFF2-40B4-BE49-F238E27FC236}">
                <a16:creationId xmlns:a16="http://schemas.microsoft.com/office/drawing/2014/main" id="{F2D0484C-E088-30A7-0EE8-48DE4B65FC81}"/>
              </a:ext>
            </a:extLst>
          </p:cNvPr>
          <p:cNvGrpSpPr/>
          <p:nvPr/>
        </p:nvGrpSpPr>
        <p:grpSpPr>
          <a:xfrm>
            <a:off x="7532265" y="2461389"/>
            <a:ext cx="1310026" cy="751528"/>
            <a:chOff x="7532265" y="2461389"/>
            <a:chExt cx="1310026" cy="751528"/>
          </a:xfrm>
          <a:solidFill>
            <a:schemeClr val="bg1"/>
          </a:solidFill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BAA0550F-21A1-D3FC-D4B8-E023A4E5D613}"/>
                </a:ext>
              </a:extLst>
            </p:cNvPr>
            <p:cNvSpPr txBox="1"/>
            <p:nvPr/>
          </p:nvSpPr>
          <p:spPr>
            <a:xfrm>
              <a:off x="7578536" y="2461389"/>
              <a:ext cx="1263755" cy="707886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отделе­ние противотанковых управляемых ракет х2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158C9977-2474-C429-404C-F4138598C559}"/>
                </a:ext>
              </a:extLst>
            </p:cNvPr>
            <p:cNvSpPr txBox="1"/>
            <p:nvPr/>
          </p:nvSpPr>
          <p:spPr>
            <a:xfrm>
              <a:off x="7532265" y="2505031"/>
              <a:ext cx="1263755" cy="707886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отделе­ние противотанковых управляемых ракет х2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13" name="Группа 212">
            <a:extLst>
              <a:ext uri="{FF2B5EF4-FFF2-40B4-BE49-F238E27FC236}">
                <a16:creationId xmlns:a16="http://schemas.microsoft.com/office/drawing/2014/main" id="{D76CECF5-FF1E-1C06-9CE8-32403D039B88}"/>
              </a:ext>
            </a:extLst>
          </p:cNvPr>
          <p:cNvGrpSpPr/>
          <p:nvPr/>
        </p:nvGrpSpPr>
        <p:grpSpPr>
          <a:xfrm>
            <a:off x="6253123" y="3349598"/>
            <a:ext cx="1118126" cy="460728"/>
            <a:chOff x="5822307" y="3516779"/>
            <a:chExt cx="1118126" cy="460728"/>
          </a:xfrm>
          <a:solidFill>
            <a:schemeClr val="bg1"/>
          </a:solidFill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C0006139-6390-C4BA-EF79-E8094404E629}"/>
                </a:ext>
              </a:extLst>
            </p:cNvPr>
            <p:cNvSpPr txBox="1"/>
            <p:nvPr/>
          </p:nvSpPr>
          <p:spPr>
            <a:xfrm>
              <a:off x="5858142" y="3516779"/>
              <a:ext cx="1082291" cy="40011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r"/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гранатомет СПГ-9 х2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51D39E9B-736D-71D4-580A-AD0CEDE226DD}"/>
                </a:ext>
              </a:extLst>
            </p:cNvPr>
            <p:cNvSpPr txBox="1"/>
            <p:nvPr/>
          </p:nvSpPr>
          <p:spPr>
            <a:xfrm>
              <a:off x="5822307" y="3577397"/>
              <a:ext cx="1082291" cy="40011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гранатомет СПГ-9 х2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14" name="Группа 213">
            <a:extLst>
              <a:ext uri="{FF2B5EF4-FFF2-40B4-BE49-F238E27FC236}">
                <a16:creationId xmlns:a16="http://schemas.microsoft.com/office/drawing/2014/main" id="{5F2CB8ED-F2BD-126D-AB78-2CC1E984C6BE}"/>
              </a:ext>
            </a:extLst>
          </p:cNvPr>
          <p:cNvGrpSpPr/>
          <p:nvPr/>
        </p:nvGrpSpPr>
        <p:grpSpPr>
          <a:xfrm>
            <a:off x="7485336" y="3429000"/>
            <a:ext cx="1321832" cy="292388"/>
            <a:chOff x="8086693" y="3451563"/>
            <a:chExt cx="1321832" cy="292388"/>
          </a:xfrm>
          <a:solidFill>
            <a:schemeClr val="bg1"/>
          </a:solidFill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EC2522A4-DE75-CCAC-4A91-297C9A13F8AA}"/>
                </a:ext>
              </a:extLst>
            </p:cNvPr>
            <p:cNvSpPr txBox="1"/>
            <p:nvPr/>
          </p:nvSpPr>
          <p:spPr>
            <a:xfrm>
              <a:off x="8129319" y="3451563"/>
              <a:ext cx="1279206" cy="246221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ПТУРС х2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E50A8FC0-0B79-34FA-A6AE-D190623DA95B}"/>
                </a:ext>
              </a:extLst>
            </p:cNvPr>
            <p:cNvSpPr txBox="1"/>
            <p:nvPr/>
          </p:nvSpPr>
          <p:spPr>
            <a:xfrm>
              <a:off x="8086693" y="3497730"/>
              <a:ext cx="1279206" cy="246221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ПТУРС х2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56" name="Соединитель: уступ 55">
            <a:extLst>
              <a:ext uri="{FF2B5EF4-FFF2-40B4-BE49-F238E27FC236}">
                <a16:creationId xmlns:a16="http://schemas.microsoft.com/office/drawing/2014/main" id="{475507B1-F41D-16C3-C66B-2D01B0F0A2F9}"/>
              </a:ext>
            </a:extLst>
          </p:cNvPr>
          <p:cNvCxnSpPr>
            <a:cxnSpLocks/>
            <a:stCxn id="16" idx="2"/>
            <a:endCxn id="35" idx="0"/>
          </p:cNvCxnSpPr>
          <p:nvPr/>
        </p:nvCxnSpPr>
        <p:spPr>
          <a:xfrm rot="5400000">
            <a:off x="6456535" y="1589993"/>
            <a:ext cx="1284915" cy="545161"/>
          </a:xfrm>
          <a:prstGeom prst="bentConnector3">
            <a:avLst>
              <a:gd name="adj1" fmla="val 7471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9" name="Соединитель: уступ 68">
            <a:extLst>
              <a:ext uri="{FF2B5EF4-FFF2-40B4-BE49-F238E27FC236}">
                <a16:creationId xmlns:a16="http://schemas.microsoft.com/office/drawing/2014/main" id="{C944AAF1-1F59-0935-6DC2-130288B9AE1F}"/>
              </a:ext>
            </a:extLst>
          </p:cNvPr>
          <p:cNvCxnSpPr>
            <a:cxnSpLocks/>
          </p:cNvCxnSpPr>
          <p:nvPr/>
        </p:nvCxnSpPr>
        <p:spPr>
          <a:xfrm rot="16200000" flipH="1">
            <a:off x="7170357" y="1416569"/>
            <a:ext cx="1241273" cy="838842"/>
          </a:xfrm>
          <a:prstGeom prst="bentConnector3">
            <a:avLst>
              <a:gd name="adj1" fmla="val 77625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A0F36CCB-917A-988F-13E3-C71B17BEB403}"/>
              </a:ext>
            </a:extLst>
          </p:cNvPr>
          <p:cNvSpPr txBox="1"/>
          <p:nvPr/>
        </p:nvSpPr>
        <p:spPr>
          <a:xfrm>
            <a:off x="9171692" y="1685787"/>
            <a:ext cx="962660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командир отде­ления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439B719-52F6-B327-B53A-BD378578B34E}"/>
              </a:ext>
            </a:extLst>
          </p:cNvPr>
          <p:cNvSpPr txBox="1"/>
          <p:nvPr/>
        </p:nvSpPr>
        <p:spPr>
          <a:xfrm>
            <a:off x="9171692" y="2198173"/>
            <a:ext cx="962660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водитель-автослесарь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60C3BBA-010E-6AAD-7EBF-323E0F63AA1E}"/>
              </a:ext>
            </a:extLst>
          </p:cNvPr>
          <p:cNvSpPr txBox="1"/>
          <p:nvPr/>
        </p:nvSpPr>
        <p:spPr>
          <a:xfrm>
            <a:off x="9182041" y="2703923"/>
            <a:ext cx="962660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старший механик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71" name="Соединитель: уступ 70">
            <a:extLst>
              <a:ext uri="{FF2B5EF4-FFF2-40B4-BE49-F238E27FC236}">
                <a16:creationId xmlns:a16="http://schemas.microsoft.com/office/drawing/2014/main" id="{2D7976B5-A650-FEC1-863D-9EE3F944279D}"/>
              </a:ext>
            </a:extLst>
          </p:cNvPr>
          <p:cNvCxnSpPr>
            <a:cxnSpLocks/>
            <a:stCxn id="20" idx="2"/>
            <a:endCxn id="59" idx="1"/>
          </p:cNvCxnSpPr>
          <p:nvPr/>
        </p:nvCxnSpPr>
        <p:spPr>
          <a:xfrm rot="16200000" flipH="1">
            <a:off x="8897191" y="1611341"/>
            <a:ext cx="333462" cy="215540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8" name="Соединитель: уступ 77">
            <a:extLst>
              <a:ext uri="{FF2B5EF4-FFF2-40B4-BE49-F238E27FC236}">
                <a16:creationId xmlns:a16="http://schemas.microsoft.com/office/drawing/2014/main" id="{88DB8EC5-5EDF-D487-A334-BA895BE213DF}"/>
              </a:ext>
            </a:extLst>
          </p:cNvPr>
          <p:cNvCxnSpPr>
            <a:cxnSpLocks/>
            <a:stCxn id="20" idx="2"/>
            <a:endCxn id="60" idx="1"/>
          </p:cNvCxnSpPr>
          <p:nvPr/>
        </p:nvCxnSpPr>
        <p:spPr>
          <a:xfrm rot="16200000" flipH="1">
            <a:off x="8640998" y="1867534"/>
            <a:ext cx="845848" cy="215540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1" name="Соединитель: уступ 80">
            <a:extLst>
              <a:ext uri="{FF2B5EF4-FFF2-40B4-BE49-F238E27FC236}">
                <a16:creationId xmlns:a16="http://schemas.microsoft.com/office/drawing/2014/main" id="{03A5EB7C-A465-8215-FB04-C4B89B05859F}"/>
              </a:ext>
            </a:extLst>
          </p:cNvPr>
          <p:cNvCxnSpPr>
            <a:cxnSpLocks/>
            <a:stCxn id="20" idx="2"/>
            <a:endCxn id="65" idx="1"/>
          </p:cNvCxnSpPr>
          <p:nvPr/>
        </p:nvCxnSpPr>
        <p:spPr>
          <a:xfrm rot="16200000" flipH="1">
            <a:off x="8393297" y="2115234"/>
            <a:ext cx="1351598" cy="22588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E856CDFB-9C55-49A7-F754-3C6A50B4F84A}"/>
              </a:ext>
            </a:extLst>
          </p:cNvPr>
          <p:cNvSpPr txBox="1"/>
          <p:nvPr/>
        </p:nvSpPr>
        <p:spPr>
          <a:xfrm>
            <a:off x="10404170" y="2071471"/>
            <a:ext cx="861780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командир взвода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D4B770C-C317-2FBE-CF9F-31DE2C0D6F1C}"/>
              </a:ext>
            </a:extLst>
          </p:cNvPr>
          <p:cNvSpPr txBox="1"/>
          <p:nvPr/>
        </p:nvSpPr>
        <p:spPr>
          <a:xfrm>
            <a:off x="10404170" y="2598448"/>
            <a:ext cx="898778" cy="55399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командира взвода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37DB892-3667-440C-B0D7-98A39531BD41}"/>
              </a:ext>
            </a:extLst>
          </p:cNvPr>
          <p:cNvSpPr txBox="1"/>
          <p:nvPr/>
        </p:nvSpPr>
        <p:spPr>
          <a:xfrm>
            <a:off x="10404170" y="3278422"/>
            <a:ext cx="1040137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хозяйственная часть 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BAFAE850-B22F-DCAC-CE71-5C7A042C6D36}"/>
              </a:ext>
            </a:extLst>
          </p:cNvPr>
          <p:cNvSpPr txBox="1"/>
          <p:nvPr/>
        </p:nvSpPr>
        <p:spPr>
          <a:xfrm>
            <a:off x="9532904" y="3884054"/>
            <a:ext cx="1330426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ав­тотранспортное отделение 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90" name="Соединитель: уступ 89">
            <a:extLst>
              <a:ext uri="{FF2B5EF4-FFF2-40B4-BE49-F238E27FC236}">
                <a16:creationId xmlns:a16="http://schemas.microsoft.com/office/drawing/2014/main" id="{6888E9E4-2836-FAE4-8799-142C99CE0252}"/>
              </a:ext>
            </a:extLst>
          </p:cNvPr>
          <p:cNvCxnSpPr>
            <a:cxnSpLocks/>
            <a:stCxn id="22" idx="2"/>
            <a:endCxn id="86" idx="1"/>
          </p:cNvCxnSpPr>
          <p:nvPr/>
        </p:nvCxnSpPr>
        <p:spPr>
          <a:xfrm rot="16200000" flipH="1">
            <a:off x="9952750" y="1820105"/>
            <a:ext cx="699321" cy="20351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3" name="Соединитель: уступ 92">
            <a:extLst>
              <a:ext uri="{FF2B5EF4-FFF2-40B4-BE49-F238E27FC236}">
                <a16:creationId xmlns:a16="http://schemas.microsoft.com/office/drawing/2014/main" id="{582B099F-1107-DCCF-1D02-1500ACA81BCC}"/>
              </a:ext>
            </a:extLst>
          </p:cNvPr>
          <p:cNvCxnSpPr>
            <a:cxnSpLocks/>
            <a:stCxn id="22" idx="2"/>
            <a:endCxn id="87" idx="1"/>
          </p:cNvCxnSpPr>
          <p:nvPr/>
        </p:nvCxnSpPr>
        <p:spPr>
          <a:xfrm rot="16200000" flipH="1">
            <a:off x="9650789" y="2122066"/>
            <a:ext cx="1303242" cy="20351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6" name="Соединитель: уступ 95">
            <a:extLst>
              <a:ext uri="{FF2B5EF4-FFF2-40B4-BE49-F238E27FC236}">
                <a16:creationId xmlns:a16="http://schemas.microsoft.com/office/drawing/2014/main" id="{BAD7CD7D-FDC6-7AAC-3053-2E07AE399B30}"/>
              </a:ext>
            </a:extLst>
          </p:cNvPr>
          <p:cNvCxnSpPr>
            <a:cxnSpLocks/>
            <a:stCxn id="22" idx="2"/>
            <a:endCxn id="88" idx="1"/>
          </p:cNvCxnSpPr>
          <p:nvPr/>
        </p:nvCxnSpPr>
        <p:spPr>
          <a:xfrm rot="16200000" flipH="1">
            <a:off x="9349274" y="2423581"/>
            <a:ext cx="1906272" cy="20351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9" name="Соединитель: уступ 98">
            <a:extLst>
              <a:ext uri="{FF2B5EF4-FFF2-40B4-BE49-F238E27FC236}">
                <a16:creationId xmlns:a16="http://schemas.microsoft.com/office/drawing/2014/main" id="{4699B4FF-54C4-F564-EF06-B7768FE25690}"/>
              </a:ext>
            </a:extLst>
          </p:cNvPr>
          <p:cNvCxnSpPr>
            <a:cxnSpLocks/>
            <a:stCxn id="22" idx="2"/>
            <a:endCxn id="89" idx="0"/>
          </p:cNvCxnSpPr>
          <p:nvPr/>
        </p:nvCxnSpPr>
        <p:spPr>
          <a:xfrm rot="5400000">
            <a:off x="9043460" y="2726862"/>
            <a:ext cx="2311849" cy="253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125098A0-F6B0-F38D-7B80-CDC8D8A2979E}"/>
              </a:ext>
            </a:extLst>
          </p:cNvPr>
          <p:cNvSpPr txBox="1"/>
          <p:nvPr/>
        </p:nvSpPr>
        <p:spPr>
          <a:xfrm>
            <a:off x="9936368" y="4605114"/>
            <a:ext cx="990108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начальник пункта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444F6BA-99D4-E34C-E4B5-14A52DC7CFBC}"/>
              </a:ext>
            </a:extLst>
          </p:cNvPr>
          <p:cNvSpPr txBox="1"/>
          <p:nvPr/>
        </p:nvSpPr>
        <p:spPr>
          <a:xfrm>
            <a:off x="11173798" y="4635877"/>
            <a:ext cx="990108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шофер-санитар 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75" name="Группа 74">
            <a:extLst>
              <a:ext uri="{FF2B5EF4-FFF2-40B4-BE49-F238E27FC236}">
                <a16:creationId xmlns:a16="http://schemas.microsoft.com/office/drawing/2014/main" id="{E4316A98-4455-23B1-AEC4-A11D66C470F8}"/>
              </a:ext>
            </a:extLst>
          </p:cNvPr>
          <p:cNvGrpSpPr/>
          <p:nvPr/>
        </p:nvGrpSpPr>
        <p:grpSpPr>
          <a:xfrm>
            <a:off x="10521900" y="5351574"/>
            <a:ext cx="1040908" cy="292852"/>
            <a:chOff x="10521900" y="5351574"/>
            <a:chExt cx="1040908" cy="292852"/>
          </a:xfrm>
          <a:solidFill>
            <a:schemeClr val="bg1"/>
          </a:solidFill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2AF6FB36-D00F-385A-8024-994367A03DDF}"/>
                </a:ext>
              </a:extLst>
            </p:cNvPr>
            <p:cNvSpPr txBox="1"/>
            <p:nvPr/>
          </p:nvSpPr>
          <p:spPr>
            <a:xfrm>
              <a:off x="10572700" y="5351574"/>
              <a:ext cx="990108" cy="246221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с</a:t>
              </a:r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анитар</a:t>
              </a:r>
              <a:r>
                <a:rPr lang="en-US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 </a:t>
              </a:r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428C0146-06FD-A9F2-366C-694A2D45C3BA}"/>
                </a:ext>
              </a:extLst>
            </p:cNvPr>
            <p:cNvSpPr txBox="1"/>
            <p:nvPr/>
          </p:nvSpPr>
          <p:spPr>
            <a:xfrm>
              <a:off x="10521900" y="5398205"/>
              <a:ext cx="990108" cy="246221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с</a:t>
              </a:r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анитар</a:t>
              </a:r>
              <a:r>
                <a:rPr lang="en-US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 </a:t>
              </a:r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76" name="Соединитель: уступ 75">
            <a:extLst>
              <a:ext uri="{FF2B5EF4-FFF2-40B4-BE49-F238E27FC236}">
                <a16:creationId xmlns:a16="http://schemas.microsoft.com/office/drawing/2014/main" id="{23B37EC3-DF64-85CC-8831-6D51450CEC10}"/>
              </a:ext>
            </a:extLst>
          </p:cNvPr>
          <p:cNvCxnSpPr>
            <a:cxnSpLocks/>
            <a:stCxn id="24" idx="2"/>
            <a:endCxn id="67" idx="0"/>
          </p:cNvCxnSpPr>
          <p:nvPr/>
        </p:nvCxnSpPr>
        <p:spPr>
          <a:xfrm rot="16200000" flipH="1">
            <a:off x="10050414" y="3017439"/>
            <a:ext cx="3077128" cy="159747"/>
          </a:xfrm>
          <a:prstGeom prst="bentConnector3">
            <a:avLst>
              <a:gd name="adj1" fmla="val 9251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3" name="Соединитель: уступ 82">
            <a:extLst>
              <a:ext uri="{FF2B5EF4-FFF2-40B4-BE49-F238E27FC236}">
                <a16:creationId xmlns:a16="http://schemas.microsoft.com/office/drawing/2014/main" id="{D433937C-539A-8485-63BE-62AB7D3399EA}"/>
              </a:ext>
            </a:extLst>
          </p:cNvPr>
          <p:cNvCxnSpPr>
            <a:cxnSpLocks/>
            <a:stCxn id="24" idx="2"/>
            <a:endCxn id="66" idx="0"/>
          </p:cNvCxnSpPr>
          <p:nvPr/>
        </p:nvCxnSpPr>
        <p:spPr>
          <a:xfrm rot="5400000">
            <a:off x="9447082" y="2543090"/>
            <a:ext cx="3046365" cy="1077683"/>
          </a:xfrm>
          <a:prstGeom prst="bentConnector3">
            <a:avLst>
              <a:gd name="adj1" fmla="val 93357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8" name="Соединитель: уступ 97">
            <a:extLst>
              <a:ext uri="{FF2B5EF4-FFF2-40B4-BE49-F238E27FC236}">
                <a16:creationId xmlns:a16="http://schemas.microsoft.com/office/drawing/2014/main" id="{3594622F-7D67-15DC-F1E4-F9477DFCFD3A}"/>
              </a:ext>
            </a:extLst>
          </p:cNvPr>
          <p:cNvCxnSpPr>
            <a:cxnSpLocks/>
            <a:stCxn id="24" idx="2"/>
            <a:endCxn id="70" idx="0"/>
          </p:cNvCxnSpPr>
          <p:nvPr/>
        </p:nvCxnSpPr>
        <p:spPr>
          <a:xfrm rot="5400000">
            <a:off x="9392018" y="3234486"/>
            <a:ext cx="3792825" cy="441351"/>
          </a:xfrm>
          <a:prstGeom prst="bentConnector3">
            <a:avLst>
              <a:gd name="adj1" fmla="val 75061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1F92F4EF-AB0C-810F-765B-A56BC5FBD799}"/>
              </a:ext>
            </a:extLst>
          </p:cNvPr>
          <p:cNvSpPr txBox="1"/>
          <p:nvPr/>
        </p:nvSpPr>
        <p:spPr>
          <a:xfrm>
            <a:off x="3308221" y="4752549"/>
            <a:ext cx="1106162" cy="27699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2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управление</a:t>
            </a:r>
            <a:endParaRPr lang="ru-RU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862697B-A6F9-C787-C82B-4CB1BA696E4A}"/>
              </a:ext>
            </a:extLst>
          </p:cNvPr>
          <p:cNvSpPr txBox="1"/>
          <p:nvPr/>
        </p:nvSpPr>
        <p:spPr>
          <a:xfrm>
            <a:off x="4516595" y="4660217"/>
            <a:ext cx="1012600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2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пулеметное отде­лени</a:t>
            </a:r>
            <a:r>
              <a:rPr lang="ru-RU" sz="12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е</a:t>
            </a:r>
            <a:r>
              <a:rPr lang="ru-RU" sz="12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endParaRPr lang="ru-RU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09ECCB55-BFD6-5619-C70B-E12C23A9D736}"/>
              </a:ext>
            </a:extLst>
          </p:cNvPr>
          <p:cNvSpPr txBox="1"/>
          <p:nvPr/>
        </p:nvSpPr>
        <p:spPr>
          <a:xfrm>
            <a:off x="5726484" y="4703450"/>
            <a:ext cx="1370904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2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мотострелковый взвод х3</a:t>
            </a:r>
            <a:endParaRPr lang="ru-RU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08" name="Соединитель: уступ 107">
            <a:extLst>
              <a:ext uri="{FF2B5EF4-FFF2-40B4-BE49-F238E27FC236}">
                <a16:creationId xmlns:a16="http://schemas.microsoft.com/office/drawing/2014/main" id="{3495CB64-3F2A-FA54-05E0-51CA5E7B3BF3}"/>
              </a:ext>
            </a:extLst>
          </p:cNvPr>
          <p:cNvCxnSpPr>
            <a:cxnSpLocks/>
            <a:stCxn id="6" idx="2"/>
            <a:endCxn id="105" idx="0"/>
          </p:cNvCxnSpPr>
          <p:nvPr/>
        </p:nvCxnSpPr>
        <p:spPr>
          <a:xfrm rot="16200000" flipH="1">
            <a:off x="2438102" y="2075423"/>
            <a:ext cx="3360921" cy="1808666"/>
          </a:xfrm>
          <a:prstGeom prst="bentConnector3">
            <a:avLst>
              <a:gd name="adj1" fmla="val 2421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2" name="Соединитель: уступ 111">
            <a:extLst>
              <a:ext uri="{FF2B5EF4-FFF2-40B4-BE49-F238E27FC236}">
                <a16:creationId xmlns:a16="http://schemas.microsoft.com/office/drawing/2014/main" id="{2B67F0B9-31D9-4DD6-0295-DD9F6A6A62C0}"/>
              </a:ext>
            </a:extLst>
          </p:cNvPr>
          <p:cNvCxnSpPr>
            <a:cxnSpLocks/>
          </p:cNvCxnSpPr>
          <p:nvPr/>
        </p:nvCxnSpPr>
        <p:spPr>
          <a:xfrm rot="10800000" flipV="1">
            <a:off x="3861302" y="4228757"/>
            <a:ext cx="1161313" cy="514265"/>
          </a:xfrm>
          <a:prstGeom prst="bentConnector3">
            <a:avLst>
              <a:gd name="adj1" fmla="val 99279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8" name="Соединитель: уступ 117">
            <a:extLst>
              <a:ext uri="{FF2B5EF4-FFF2-40B4-BE49-F238E27FC236}">
                <a16:creationId xmlns:a16="http://schemas.microsoft.com/office/drawing/2014/main" id="{27083968-C89D-BAEF-F45E-E9153DE67B3B}"/>
              </a:ext>
            </a:extLst>
          </p:cNvPr>
          <p:cNvCxnSpPr>
            <a:cxnSpLocks/>
            <a:endCxn id="107" idx="0"/>
          </p:cNvCxnSpPr>
          <p:nvPr/>
        </p:nvCxnSpPr>
        <p:spPr>
          <a:xfrm>
            <a:off x="5022614" y="4228758"/>
            <a:ext cx="1455126" cy="395311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5DCD46E5-76AC-9554-4E1E-57CBCB0B3B47}"/>
              </a:ext>
            </a:extLst>
          </p:cNvPr>
          <p:cNvSpPr txBox="1"/>
          <p:nvPr/>
        </p:nvSpPr>
        <p:spPr>
          <a:xfrm>
            <a:off x="2299249" y="5228463"/>
            <a:ext cx="1126575" cy="2462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командир роты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0DCDB1CD-3660-F059-245F-3483028B322C}"/>
              </a:ext>
            </a:extLst>
          </p:cNvPr>
          <p:cNvSpPr txBox="1"/>
          <p:nvPr/>
        </p:nvSpPr>
        <p:spPr>
          <a:xfrm>
            <a:off x="2307271" y="5532169"/>
            <a:ext cx="1126575" cy="55399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заме­ститель по политической части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8E6E7A5D-1C5C-5A9D-7249-2FB6E5799727}"/>
              </a:ext>
            </a:extLst>
          </p:cNvPr>
          <p:cNvSpPr txBox="1"/>
          <p:nvPr/>
        </p:nvSpPr>
        <p:spPr>
          <a:xfrm>
            <a:off x="2301508" y="6144861"/>
            <a:ext cx="1126575" cy="2462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старшина роты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26" name="Соединитель: уступ 125">
            <a:extLst>
              <a:ext uri="{FF2B5EF4-FFF2-40B4-BE49-F238E27FC236}">
                <a16:creationId xmlns:a16="http://schemas.microsoft.com/office/drawing/2014/main" id="{90817D81-B152-B0EA-BD98-42EEEE9F835F}"/>
              </a:ext>
            </a:extLst>
          </p:cNvPr>
          <p:cNvCxnSpPr>
            <a:cxnSpLocks/>
            <a:stCxn id="104" idx="2"/>
            <a:endCxn id="123" idx="3"/>
          </p:cNvCxnSpPr>
          <p:nvPr/>
        </p:nvCxnSpPr>
        <p:spPr>
          <a:xfrm rot="5400000">
            <a:off x="3482550" y="4972822"/>
            <a:ext cx="322026" cy="435478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9" name="Соединитель: уступ 128">
            <a:extLst>
              <a:ext uri="{FF2B5EF4-FFF2-40B4-BE49-F238E27FC236}">
                <a16:creationId xmlns:a16="http://schemas.microsoft.com/office/drawing/2014/main" id="{CEAC9D98-4C8E-9A6E-BA82-8AE8F34AD2EC}"/>
              </a:ext>
            </a:extLst>
          </p:cNvPr>
          <p:cNvCxnSpPr>
            <a:cxnSpLocks/>
            <a:stCxn id="104" idx="2"/>
            <a:endCxn id="124" idx="3"/>
          </p:cNvCxnSpPr>
          <p:nvPr/>
        </p:nvCxnSpPr>
        <p:spPr>
          <a:xfrm rot="5400000">
            <a:off x="3257764" y="5205630"/>
            <a:ext cx="779620" cy="427456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2" name="Соединитель: уступ 131">
            <a:extLst>
              <a:ext uri="{FF2B5EF4-FFF2-40B4-BE49-F238E27FC236}">
                <a16:creationId xmlns:a16="http://schemas.microsoft.com/office/drawing/2014/main" id="{2DD2135F-CF65-5077-A8D2-F716D7B92C27}"/>
              </a:ext>
            </a:extLst>
          </p:cNvPr>
          <p:cNvCxnSpPr>
            <a:cxnSpLocks/>
            <a:stCxn id="104" idx="2"/>
            <a:endCxn id="125" idx="3"/>
          </p:cNvCxnSpPr>
          <p:nvPr/>
        </p:nvCxnSpPr>
        <p:spPr>
          <a:xfrm rot="5400000">
            <a:off x="3025481" y="5432151"/>
            <a:ext cx="1238424" cy="43321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47396BA8-6A71-AA74-C090-840FDDC91F57}"/>
              </a:ext>
            </a:extLst>
          </p:cNvPr>
          <p:cNvSpPr txBox="1"/>
          <p:nvPr/>
        </p:nvSpPr>
        <p:spPr>
          <a:xfrm>
            <a:off x="5557149" y="5885816"/>
            <a:ext cx="646449" cy="30777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7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командира отделения</a:t>
            </a:r>
            <a:endParaRPr lang="ru-RU" sz="7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AD04C34F-9CA6-37A5-A706-F9037D96E2C7}"/>
              </a:ext>
            </a:extLst>
          </p:cNvPr>
          <p:cNvSpPr txBox="1"/>
          <p:nvPr/>
        </p:nvSpPr>
        <p:spPr>
          <a:xfrm>
            <a:off x="3904776" y="5827437"/>
            <a:ext cx="619599" cy="41549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7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водителя бронетранспортера </a:t>
            </a:r>
            <a:endParaRPr lang="ru-RU" sz="7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542CF862-6182-7FAC-074E-05900ECBA695}"/>
              </a:ext>
            </a:extLst>
          </p:cNvPr>
          <p:cNvSpPr txBox="1"/>
          <p:nvPr/>
        </p:nvSpPr>
        <p:spPr>
          <a:xfrm>
            <a:off x="4571738" y="5903283"/>
            <a:ext cx="918728" cy="30777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7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пуле­метный расчет</a:t>
            </a:r>
            <a:r>
              <a:rPr lang="en-US" sz="7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ru-RU" sz="7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х</a:t>
            </a:r>
            <a:r>
              <a:rPr lang="en-US" sz="7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2</a:t>
            </a:r>
            <a:endParaRPr lang="ru-RU" sz="7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38" name="Соединитель: уступ 137">
            <a:extLst>
              <a:ext uri="{FF2B5EF4-FFF2-40B4-BE49-F238E27FC236}">
                <a16:creationId xmlns:a16="http://schemas.microsoft.com/office/drawing/2014/main" id="{5538F120-C147-F981-B804-94210F5C0AD5}"/>
              </a:ext>
            </a:extLst>
          </p:cNvPr>
          <p:cNvCxnSpPr>
            <a:cxnSpLocks/>
            <a:stCxn id="105" idx="2"/>
            <a:endCxn id="136" idx="0"/>
          </p:cNvCxnSpPr>
          <p:nvPr/>
        </p:nvCxnSpPr>
        <p:spPr>
          <a:xfrm rot="5400000">
            <a:off x="4265959" y="5070500"/>
            <a:ext cx="705555" cy="808319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1" name="Соединитель: уступ 140">
            <a:extLst>
              <a:ext uri="{FF2B5EF4-FFF2-40B4-BE49-F238E27FC236}">
                <a16:creationId xmlns:a16="http://schemas.microsoft.com/office/drawing/2014/main" id="{9F722413-D3FF-C9D4-0B87-94DEFECDC0B7}"/>
              </a:ext>
            </a:extLst>
          </p:cNvPr>
          <p:cNvCxnSpPr>
            <a:cxnSpLocks/>
            <a:stCxn id="105" idx="2"/>
            <a:endCxn id="135" idx="0"/>
          </p:cNvCxnSpPr>
          <p:nvPr/>
        </p:nvCxnSpPr>
        <p:spPr>
          <a:xfrm rot="16200000" flipH="1">
            <a:off x="5069667" y="5075109"/>
            <a:ext cx="763934" cy="857479"/>
          </a:xfrm>
          <a:prstGeom prst="bentConnector3">
            <a:avLst>
              <a:gd name="adj1" fmla="val 45844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D3FF3BD2-DEC7-4383-0A95-6B6786F5BDCC}"/>
              </a:ext>
            </a:extLst>
          </p:cNvPr>
          <p:cNvSpPr txBox="1"/>
          <p:nvPr/>
        </p:nvSpPr>
        <p:spPr>
          <a:xfrm>
            <a:off x="4140286" y="6568576"/>
            <a:ext cx="612653" cy="18466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6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пулеметчик </a:t>
            </a:r>
            <a:endParaRPr lang="ru-RU" sz="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61E51485-D012-474D-B771-670AEF92FD1B}"/>
              </a:ext>
            </a:extLst>
          </p:cNvPr>
          <p:cNvSpPr txBox="1"/>
          <p:nvPr/>
        </p:nvSpPr>
        <p:spPr>
          <a:xfrm>
            <a:off x="5319447" y="6481102"/>
            <a:ext cx="656097" cy="27699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6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помощник пулеметчика</a:t>
            </a:r>
            <a:endParaRPr lang="ru-RU" sz="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84" name="Соединитель: уступ 83">
            <a:extLst>
              <a:ext uri="{FF2B5EF4-FFF2-40B4-BE49-F238E27FC236}">
                <a16:creationId xmlns:a16="http://schemas.microsoft.com/office/drawing/2014/main" id="{94E03946-92B6-55A2-945D-44A372886D05}"/>
              </a:ext>
            </a:extLst>
          </p:cNvPr>
          <p:cNvCxnSpPr>
            <a:cxnSpLocks/>
            <a:stCxn id="137" idx="2"/>
            <a:endCxn id="80" idx="0"/>
          </p:cNvCxnSpPr>
          <p:nvPr/>
        </p:nvCxnSpPr>
        <p:spPr>
          <a:xfrm rot="16200000" flipH="1">
            <a:off x="5204278" y="6037884"/>
            <a:ext cx="270042" cy="61639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4" name="Соединитель: уступ 93">
            <a:extLst>
              <a:ext uri="{FF2B5EF4-FFF2-40B4-BE49-F238E27FC236}">
                <a16:creationId xmlns:a16="http://schemas.microsoft.com/office/drawing/2014/main" id="{EE399170-C6E4-AB0B-29EC-F068D2E49BE8}"/>
              </a:ext>
            </a:extLst>
          </p:cNvPr>
          <p:cNvCxnSpPr>
            <a:cxnSpLocks/>
            <a:stCxn id="137" idx="2"/>
            <a:endCxn id="79" idx="0"/>
          </p:cNvCxnSpPr>
          <p:nvPr/>
        </p:nvCxnSpPr>
        <p:spPr>
          <a:xfrm rot="5400000">
            <a:off x="4560100" y="6097574"/>
            <a:ext cx="357516" cy="584489"/>
          </a:xfrm>
          <a:prstGeom prst="bentConnector3">
            <a:avLst>
              <a:gd name="adj1" fmla="val 36679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6" name="Прямая со стрелкой 185">
            <a:extLst>
              <a:ext uri="{FF2B5EF4-FFF2-40B4-BE49-F238E27FC236}">
                <a16:creationId xmlns:a16="http://schemas.microsoft.com/office/drawing/2014/main" id="{8826AB1B-99C5-989A-DFD1-40A1E0CFBC95}"/>
              </a:ext>
            </a:extLst>
          </p:cNvPr>
          <p:cNvCxnSpPr>
            <a:cxnSpLocks/>
            <a:stCxn id="105" idx="2"/>
          </p:cNvCxnSpPr>
          <p:nvPr/>
        </p:nvCxnSpPr>
        <p:spPr>
          <a:xfrm>
            <a:off x="5022895" y="5121882"/>
            <a:ext cx="8207" cy="74806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Соединитель: уступ 196">
            <a:extLst>
              <a:ext uri="{FF2B5EF4-FFF2-40B4-BE49-F238E27FC236}">
                <a16:creationId xmlns:a16="http://schemas.microsoft.com/office/drawing/2014/main" id="{C6470B04-9D14-0127-3AAF-C2BB054C2058}"/>
              </a:ext>
            </a:extLst>
          </p:cNvPr>
          <p:cNvCxnSpPr>
            <a:cxnSpLocks/>
            <a:stCxn id="3" idx="2"/>
            <a:endCxn id="8" idx="1"/>
          </p:cNvCxnSpPr>
          <p:nvPr/>
        </p:nvCxnSpPr>
        <p:spPr>
          <a:xfrm rot="16200000" flipH="1">
            <a:off x="453875" y="1516639"/>
            <a:ext cx="670281" cy="9542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0" name="Соединитель: уступ 199">
            <a:extLst>
              <a:ext uri="{FF2B5EF4-FFF2-40B4-BE49-F238E27FC236}">
                <a16:creationId xmlns:a16="http://schemas.microsoft.com/office/drawing/2014/main" id="{C05CF292-0F70-A695-94AD-FE77AF0E6DB5}"/>
              </a:ext>
            </a:extLst>
          </p:cNvPr>
          <p:cNvCxnSpPr>
            <a:cxnSpLocks/>
            <a:stCxn id="3" idx="2"/>
            <a:endCxn id="11" idx="1"/>
          </p:cNvCxnSpPr>
          <p:nvPr/>
        </p:nvCxnSpPr>
        <p:spPr>
          <a:xfrm rot="16200000" flipH="1">
            <a:off x="228960" y="1741555"/>
            <a:ext cx="1138236" cy="113554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3" name="Соединитель: уступ 202">
            <a:extLst>
              <a:ext uri="{FF2B5EF4-FFF2-40B4-BE49-F238E27FC236}">
                <a16:creationId xmlns:a16="http://schemas.microsoft.com/office/drawing/2014/main" id="{91A060AC-8F1C-1293-ABD2-BBFBABA17655}"/>
              </a:ext>
            </a:extLst>
          </p:cNvPr>
          <p:cNvCxnSpPr>
            <a:cxnSpLocks/>
            <a:stCxn id="3" idx="2"/>
            <a:endCxn id="9" idx="1"/>
          </p:cNvCxnSpPr>
          <p:nvPr/>
        </p:nvCxnSpPr>
        <p:spPr>
          <a:xfrm rot="16200000" flipH="1">
            <a:off x="-29265" y="1999779"/>
            <a:ext cx="1646233" cy="105101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8" name="Соединитель: уступ 207">
            <a:extLst>
              <a:ext uri="{FF2B5EF4-FFF2-40B4-BE49-F238E27FC236}">
                <a16:creationId xmlns:a16="http://schemas.microsoft.com/office/drawing/2014/main" id="{34C18B2B-48E0-A869-B5BA-4CB3F61C7F44}"/>
              </a:ext>
            </a:extLst>
          </p:cNvPr>
          <p:cNvCxnSpPr>
            <a:cxnSpLocks/>
            <a:stCxn id="14" idx="2"/>
            <a:endCxn id="32" idx="0"/>
          </p:cNvCxnSpPr>
          <p:nvPr/>
        </p:nvCxnSpPr>
        <p:spPr>
          <a:xfrm rot="5400000">
            <a:off x="5567462" y="1295257"/>
            <a:ext cx="337026" cy="189957"/>
          </a:xfrm>
          <a:prstGeom prst="bentConnector3">
            <a:avLst>
              <a:gd name="adj1" fmla="val 52826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6" name="Прямая со стрелкой 215">
            <a:extLst>
              <a:ext uri="{FF2B5EF4-FFF2-40B4-BE49-F238E27FC236}">
                <a16:creationId xmlns:a16="http://schemas.microsoft.com/office/drawing/2014/main" id="{E9D2462B-BD53-F3F7-1EC2-B81F28DD3D12}"/>
              </a:ext>
            </a:extLst>
          </p:cNvPr>
          <p:cNvCxnSpPr>
            <a:cxnSpLocks/>
            <a:stCxn id="35" idx="2"/>
            <a:endCxn id="62" idx="0"/>
          </p:cNvCxnSpPr>
          <p:nvPr/>
        </p:nvCxnSpPr>
        <p:spPr>
          <a:xfrm>
            <a:off x="6826411" y="3212917"/>
            <a:ext cx="3693" cy="1366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Прямая со стрелкой 219">
            <a:extLst>
              <a:ext uri="{FF2B5EF4-FFF2-40B4-BE49-F238E27FC236}">
                <a16:creationId xmlns:a16="http://schemas.microsoft.com/office/drawing/2014/main" id="{A682CBB9-D74E-BB92-63E0-865EE91AAB79}"/>
              </a:ext>
            </a:extLst>
          </p:cNvPr>
          <p:cNvCxnSpPr>
            <a:cxnSpLocks/>
            <a:stCxn id="52" idx="2"/>
            <a:endCxn id="64" idx="0"/>
          </p:cNvCxnSpPr>
          <p:nvPr/>
        </p:nvCxnSpPr>
        <p:spPr>
          <a:xfrm>
            <a:off x="8164143" y="3212917"/>
            <a:ext cx="3422" cy="2160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15421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9000">
        <p159:morph option="byObject"/>
      </p:transition>
    </mc:Choice>
    <mc:Fallback>
      <p:transition spd="slow" advTm="900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B3789-842E-CEFA-2683-64C197A98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9E0268B8-9E82-33B2-1C08-BDC94FE66507}"/>
              </a:ext>
            </a:extLst>
          </p:cNvPr>
          <p:cNvSpPr txBox="1"/>
          <p:nvPr/>
        </p:nvSpPr>
        <p:spPr>
          <a:xfrm>
            <a:off x="4603156" y="5869947"/>
            <a:ext cx="918728" cy="30777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7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пуле­метный расчет</a:t>
            </a:r>
            <a:r>
              <a:rPr lang="en-US" sz="7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ru-RU" sz="7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х</a:t>
            </a:r>
            <a:r>
              <a:rPr lang="en-US" sz="7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2</a:t>
            </a:r>
            <a:endParaRPr lang="ru-RU" sz="7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82F6DB9F-1303-C196-C1C2-850953F38C88}"/>
              </a:ext>
            </a:extLst>
          </p:cNvPr>
          <p:cNvSpPr txBox="1"/>
          <p:nvPr/>
        </p:nvSpPr>
        <p:spPr>
          <a:xfrm>
            <a:off x="5792288" y="4624069"/>
            <a:ext cx="1370904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2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мотострелковый взвод х3</a:t>
            </a:r>
            <a:endParaRPr lang="ru-RU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B006AB8D-0138-004E-F347-43020D1AF5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1992" y="322279"/>
            <a:ext cx="9144000" cy="311020"/>
          </a:xfrm>
          <a:solidFill>
            <a:schemeClr val="bg1"/>
          </a:solidFill>
          <a:ln w="19050">
            <a:noFill/>
          </a:ln>
        </p:spPr>
        <p:txBody>
          <a:bodyPr>
            <a:normAutofit fontScale="90000"/>
          </a:bodyPr>
          <a:lstStyle/>
          <a:p>
            <a:r>
              <a:rPr lang="ru-RU" sz="1800" dirty="0">
                <a:latin typeface="Segoe UI" panose="020B0502040204020203" pitchFamily="34" charset="0"/>
                <a:cs typeface="Segoe UI" panose="020B0502040204020203" pitchFamily="34" charset="0"/>
              </a:rPr>
              <a:t>Командир батальона</a:t>
            </a:r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65A9A2DA-F745-2BCD-7F55-7EB67D6AD0DC}"/>
              </a:ext>
            </a:extLst>
          </p:cNvPr>
          <p:cNvCxnSpPr>
            <a:cxnSpLocks/>
          </p:cNvCxnSpPr>
          <p:nvPr/>
        </p:nvCxnSpPr>
        <p:spPr>
          <a:xfrm>
            <a:off x="743342" y="658180"/>
            <a:ext cx="107053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CFDB67FA-178F-745D-B568-252331E30B65}"/>
              </a:ext>
            </a:extLst>
          </p:cNvPr>
          <p:cNvCxnSpPr>
            <a:cxnSpLocks/>
          </p:cNvCxnSpPr>
          <p:nvPr/>
        </p:nvCxnSpPr>
        <p:spPr>
          <a:xfrm>
            <a:off x="743342" y="658180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CCDCDBE8-E44C-BB85-6599-C6BA16DEFA52}"/>
              </a:ext>
            </a:extLst>
          </p:cNvPr>
          <p:cNvCxnSpPr>
            <a:cxnSpLocks/>
          </p:cNvCxnSpPr>
          <p:nvPr/>
        </p:nvCxnSpPr>
        <p:spPr>
          <a:xfrm>
            <a:off x="1807029" y="658180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14312D85-8590-CA76-BEB2-E320A52871B3}"/>
              </a:ext>
            </a:extLst>
          </p:cNvPr>
          <p:cNvCxnSpPr>
            <a:cxnSpLocks/>
          </p:cNvCxnSpPr>
          <p:nvPr/>
        </p:nvCxnSpPr>
        <p:spPr>
          <a:xfrm>
            <a:off x="3050042" y="664407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78BA08D1-BC7B-1025-B126-B0FEF01BB4B9}"/>
              </a:ext>
            </a:extLst>
          </p:cNvPr>
          <p:cNvCxnSpPr>
            <a:cxnSpLocks/>
          </p:cNvCxnSpPr>
          <p:nvPr/>
        </p:nvCxnSpPr>
        <p:spPr>
          <a:xfrm>
            <a:off x="4678817" y="664407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A97CFF70-5F33-7E99-D7A8-370E54C1A864}"/>
              </a:ext>
            </a:extLst>
          </p:cNvPr>
          <p:cNvCxnSpPr>
            <a:cxnSpLocks/>
          </p:cNvCxnSpPr>
          <p:nvPr/>
        </p:nvCxnSpPr>
        <p:spPr>
          <a:xfrm>
            <a:off x="5822307" y="664407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12A066CD-ED56-E7FD-2F51-D31DD6E8A689}"/>
              </a:ext>
            </a:extLst>
          </p:cNvPr>
          <p:cNvCxnSpPr>
            <a:cxnSpLocks/>
          </p:cNvCxnSpPr>
          <p:nvPr/>
        </p:nvCxnSpPr>
        <p:spPr>
          <a:xfrm>
            <a:off x="7274769" y="658180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E5339EF2-7B57-33CB-F826-36B084483111}"/>
              </a:ext>
            </a:extLst>
          </p:cNvPr>
          <p:cNvCxnSpPr>
            <a:cxnSpLocks/>
          </p:cNvCxnSpPr>
          <p:nvPr/>
        </p:nvCxnSpPr>
        <p:spPr>
          <a:xfrm>
            <a:off x="8954278" y="664407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3D8FB1CC-882F-A51E-FD44-9E409154D2B4}"/>
              </a:ext>
            </a:extLst>
          </p:cNvPr>
          <p:cNvCxnSpPr>
            <a:cxnSpLocks/>
          </p:cNvCxnSpPr>
          <p:nvPr/>
        </p:nvCxnSpPr>
        <p:spPr>
          <a:xfrm>
            <a:off x="10191845" y="659786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B9C354C3-0E0A-5AE6-A23D-784210F94609}"/>
              </a:ext>
            </a:extLst>
          </p:cNvPr>
          <p:cNvCxnSpPr>
            <a:cxnSpLocks/>
          </p:cNvCxnSpPr>
          <p:nvPr/>
        </p:nvCxnSpPr>
        <p:spPr>
          <a:xfrm>
            <a:off x="11448658" y="664549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>
            <a:extLst>
              <a:ext uri="{FF2B5EF4-FFF2-40B4-BE49-F238E27FC236}">
                <a16:creationId xmlns:a16="http://schemas.microsoft.com/office/drawing/2014/main" id="{CDB36E46-9014-5DCD-3877-E6FFF9435976}"/>
              </a:ext>
            </a:extLst>
          </p:cNvPr>
          <p:cNvCxnSpPr>
            <a:cxnSpLocks/>
          </p:cNvCxnSpPr>
          <p:nvPr/>
        </p:nvCxnSpPr>
        <p:spPr>
          <a:xfrm>
            <a:off x="6096000" y="560731"/>
            <a:ext cx="0" cy="10381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F08A636-EA6A-5E67-760B-8BA8E438E5FC}"/>
              </a:ext>
            </a:extLst>
          </p:cNvPr>
          <p:cNvSpPr/>
          <p:nvPr/>
        </p:nvSpPr>
        <p:spPr>
          <a:xfrm>
            <a:off x="84078" y="822814"/>
            <a:ext cx="1314446" cy="406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управление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0E19437-6592-7A26-8307-6FABF057050D}"/>
              </a:ext>
            </a:extLst>
          </p:cNvPr>
          <p:cNvSpPr/>
          <p:nvPr/>
        </p:nvSpPr>
        <p:spPr>
          <a:xfrm>
            <a:off x="1567841" y="822814"/>
            <a:ext cx="667814" cy="406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штаб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CB693887-79F0-72E6-34EE-EF3D23FB3E36}"/>
              </a:ext>
            </a:extLst>
          </p:cNvPr>
          <p:cNvGrpSpPr/>
          <p:nvPr/>
        </p:nvGrpSpPr>
        <p:grpSpPr>
          <a:xfrm>
            <a:off x="2438094" y="806682"/>
            <a:ext cx="1609659" cy="492614"/>
            <a:chOff x="1730441" y="3429000"/>
            <a:chExt cx="1363042" cy="492614"/>
          </a:xfrm>
          <a:solidFill>
            <a:schemeClr val="bg1"/>
          </a:solidFill>
        </p:grpSpPr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4A1FE2AD-AB3E-DC53-E460-DC886B8FDA41}"/>
                </a:ext>
              </a:extLst>
            </p:cNvPr>
            <p:cNvSpPr/>
            <p:nvPr/>
          </p:nvSpPr>
          <p:spPr>
            <a:xfrm>
              <a:off x="1779037" y="3429000"/>
              <a:ext cx="1314446" cy="4064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9F688963-1F01-ACFD-BC57-E425316BE3FC}"/>
                </a:ext>
              </a:extLst>
            </p:cNvPr>
            <p:cNvSpPr/>
            <p:nvPr/>
          </p:nvSpPr>
          <p:spPr>
            <a:xfrm>
              <a:off x="1730441" y="3515214"/>
              <a:ext cx="1314446" cy="4064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kern="0" dirty="0">
                  <a:solidFill>
                    <a:schemeClr val="tx1"/>
                  </a:solidFill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мотострелковая рота х3</a:t>
              </a:r>
              <a:endParaRPr lang="ru-RU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32790A00-4349-EDE1-F8E1-ABCA45572038}"/>
              </a:ext>
            </a:extLst>
          </p:cNvPr>
          <p:cNvSpPr/>
          <p:nvPr/>
        </p:nvSpPr>
        <p:spPr>
          <a:xfrm>
            <a:off x="4304641" y="822814"/>
            <a:ext cx="748351" cy="406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взвод связи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18633C7-5F2B-1D0D-16F5-C4061F8FD6D3}"/>
              </a:ext>
            </a:extLst>
          </p:cNvPr>
          <p:cNvSpPr/>
          <p:nvPr/>
        </p:nvSpPr>
        <p:spPr>
          <a:xfrm>
            <a:off x="5202007" y="815322"/>
            <a:ext cx="1257891" cy="406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минометная батарея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4905ED9-C791-D56E-21CF-1C2F03A85E7F}"/>
              </a:ext>
            </a:extLst>
          </p:cNvPr>
          <p:cNvSpPr/>
          <p:nvPr/>
        </p:nvSpPr>
        <p:spPr>
          <a:xfrm>
            <a:off x="6531819" y="813716"/>
            <a:ext cx="1679506" cy="406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противотанковый взвод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031F2892-6FB6-DE40-0B6A-C0B3DD307503}"/>
              </a:ext>
            </a:extLst>
          </p:cNvPr>
          <p:cNvSpPr/>
          <p:nvPr/>
        </p:nvSpPr>
        <p:spPr>
          <a:xfrm>
            <a:off x="8264061" y="813716"/>
            <a:ext cx="1384181" cy="73866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отделение технического обслуживания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29512B1C-5775-6BB0-67B6-159C3D450676}"/>
              </a:ext>
            </a:extLst>
          </p:cNvPr>
          <p:cNvSpPr/>
          <p:nvPr/>
        </p:nvSpPr>
        <p:spPr>
          <a:xfrm>
            <a:off x="9786439" y="833541"/>
            <a:ext cx="828424" cy="73866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взвод снабжения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A09CC972-9A12-E9E3-D349-B16A860D459F}"/>
              </a:ext>
            </a:extLst>
          </p:cNvPr>
          <p:cNvSpPr/>
          <p:nvPr/>
        </p:nvSpPr>
        <p:spPr>
          <a:xfrm>
            <a:off x="10854303" y="820085"/>
            <a:ext cx="1309603" cy="73866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батальонный медицинский пункт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4327927-2647-5823-36EB-8AD83D2B8E29}"/>
              </a:ext>
            </a:extLst>
          </p:cNvPr>
          <p:cNvSpPr txBox="1"/>
          <p:nvPr/>
        </p:nvSpPr>
        <p:spPr>
          <a:xfrm>
            <a:off x="3219450" y="0"/>
            <a:ext cx="6096000" cy="369332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z="1800" b="1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Мотострелковый батальон армии СССР</a:t>
            </a:r>
            <a:endParaRPr lang="ru-RU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F1BDD8A-D251-3B66-C0E5-0F08FAD0C36A}"/>
              </a:ext>
            </a:extLst>
          </p:cNvPr>
          <p:cNvSpPr txBox="1"/>
          <p:nvPr/>
        </p:nvSpPr>
        <p:spPr>
          <a:xfrm>
            <a:off x="847707" y="1353569"/>
            <a:ext cx="568385" cy="21544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8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комбат</a:t>
            </a:r>
            <a:endParaRPr lang="ru-RU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9034562-C3C2-B996-23F8-31B292A8F35A}"/>
              </a:ext>
            </a:extLst>
          </p:cNvPr>
          <p:cNvSpPr txBox="1"/>
          <p:nvPr/>
        </p:nvSpPr>
        <p:spPr>
          <a:xfrm>
            <a:off x="836730" y="1668662"/>
            <a:ext cx="939960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8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по политической части</a:t>
            </a:r>
            <a:endParaRPr lang="ru-RU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838065-5323-B60C-5C23-88D430229961}"/>
              </a:ext>
            </a:extLst>
          </p:cNvPr>
          <p:cNvSpPr txBox="1"/>
          <p:nvPr/>
        </p:nvSpPr>
        <p:spPr>
          <a:xfrm>
            <a:off x="846402" y="2644614"/>
            <a:ext cx="939960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8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по технической части </a:t>
            </a:r>
            <a:endParaRPr lang="ru-RU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EF431E-3A05-0E4E-0FB7-EF85702DBCB0}"/>
              </a:ext>
            </a:extLst>
          </p:cNvPr>
          <p:cNvSpPr txBox="1"/>
          <p:nvPr/>
        </p:nvSpPr>
        <p:spPr>
          <a:xfrm>
            <a:off x="854855" y="2198173"/>
            <a:ext cx="678678" cy="33855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8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техник батальона</a:t>
            </a:r>
            <a:endParaRPr lang="ru-RU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9" name="Соединитель: уступ 28">
            <a:extLst>
              <a:ext uri="{FF2B5EF4-FFF2-40B4-BE49-F238E27FC236}">
                <a16:creationId xmlns:a16="http://schemas.microsoft.com/office/drawing/2014/main" id="{DF221EF6-F663-A80F-64FB-26F126D4FA5B}"/>
              </a:ext>
            </a:extLst>
          </p:cNvPr>
          <p:cNvCxnSpPr>
            <a:cxnSpLocks/>
            <a:stCxn id="3" idx="2"/>
            <a:endCxn id="2" idx="1"/>
          </p:cNvCxnSpPr>
          <p:nvPr/>
        </p:nvCxnSpPr>
        <p:spPr>
          <a:xfrm rot="16200000" flipH="1">
            <a:off x="678466" y="1292049"/>
            <a:ext cx="232077" cy="106406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524AB5C-DF5F-42AC-77D5-655DAEA4EC42}"/>
              </a:ext>
            </a:extLst>
          </p:cNvPr>
          <p:cNvSpPr txBox="1"/>
          <p:nvPr/>
        </p:nvSpPr>
        <p:spPr>
          <a:xfrm>
            <a:off x="2069116" y="3766362"/>
            <a:ext cx="898668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начальник штаба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F4FF00-D57D-73C2-02DE-5D6D7AECBE2C}"/>
              </a:ext>
            </a:extLst>
          </p:cNvPr>
          <p:cNvSpPr txBox="1"/>
          <p:nvPr/>
        </p:nvSpPr>
        <p:spPr>
          <a:xfrm>
            <a:off x="2061496" y="3231219"/>
            <a:ext cx="990108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начальник связи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678CAAD-93A6-430B-C6A3-4A16006782EC}"/>
              </a:ext>
            </a:extLst>
          </p:cNvPr>
          <p:cNvSpPr txBox="1"/>
          <p:nvPr/>
        </p:nvSpPr>
        <p:spPr>
          <a:xfrm>
            <a:off x="2049938" y="1653148"/>
            <a:ext cx="976286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инструктор-дозиметрист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A62A97-A937-1DAE-673E-F9132047B8FE}"/>
              </a:ext>
            </a:extLst>
          </p:cNvPr>
          <p:cNvSpPr txBox="1"/>
          <p:nvPr/>
        </p:nvSpPr>
        <p:spPr>
          <a:xfrm>
            <a:off x="2062825" y="2831109"/>
            <a:ext cx="678678" cy="2462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писарь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987682-8F3B-DC62-5035-13C82187B4FC}"/>
              </a:ext>
            </a:extLst>
          </p:cNvPr>
          <p:cNvSpPr txBox="1"/>
          <p:nvPr/>
        </p:nvSpPr>
        <p:spPr>
          <a:xfrm>
            <a:off x="2061496" y="2181659"/>
            <a:ext cx="906288" cy="55399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води­тел</a:t>
            </a:r>
            <a:r>
              <a:rPr lang="ru-RU" sz="10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ь</a:t>
            </a:r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бронетранспортера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6" name="Соединитель: уступ 45">
            <a:extLst>
              <a:ext uri="{FF2B5EF4-FFF2-40B4-BE49-F238E27FC236}">
                <a16:creationId xmlns:a16="http://schemas.microsoft.com/office/drawing/2014/main" id="{9DC7C085-5819-305D-F450-7F2722E9AEE2}"/>
              </a:ext>
            </a:extLst>
          </p:cNvPr>
          <p:cNvCxnSpPr>
            <a:cxnSpLocks/>
            <a:stCxn id="4" idx="2"/>
            <a:endCxn id="19" idx="1"/>
          </p:cNvCxnSpPr>
          <p:nvPr/>
        </p:nvCxnSpPr>
        <p:spPr>
          <a:xfrm rot="16200000" flipH="1">
            <a:off x="1119783" y="2011178"/>
            <a:ext cx="1725006" cy="161077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9" name="Соединитель: уступ 48">
            <a:extLst>
              <a:ext uri="{FF2B5EF4-FFF2-40B4-BE49-F238E27FC236}">
                <a16:creationId xmlns:a16="http://schemas.microsoft.com/office/drawing/2014/main" id="{9DC60504-944F-B5A3-ACEF-53B148C8CCDE}"/>
              </a:ext>
            </a:extLst>
          </p:cNvPr>
          <p:cNvCxnSpPr>
            <a:cxnSpLocks/>
            <a:stCxn id="4" idx="2"/>
            <a:endCxn id="18" idx="1"/>
          </p:cNvCxnSpPr>
          <p:nvPr/>
        </p:nvCxnSpPr>
        <p:spPr>
          <a:xfrm rot="16200000" flipH="1">
            <a:off x="1663849" y="1467113"/>
            <a:ext cx="623989" cy="148190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4" name="Соединитель: уступ 53">
            <a:extLst>
              <a:ext uri="{FF2B5EF4-FFF2-40B4-BE49-F238E27FC236}">
                <a16:creationId xmlns:a16="http://schemas.microsoft.com/office/drawing/2014/main" id="{4B8D5519-E566-8327-E3AD-8FF7FF115C87}"/>
              </a:ext>
            </a:extLst>
          </p:cNvPr>
          <p:cNvCxnSpPr>
            <a:cxnSpLocks/>
            <a:stCxn id="4" idx="2"/>
            <a:endCxn id="15" idx="1"/>
          </p:cNvCxnSpPr>
          <p:nvPr/>
        </p:nvCxnSpPr>
        <p:spPr>
          <a:xfrm rot="16200000" flipH="1">
            <a:off x="616831" y="2514131"/>
            <a:ext cx="2737203" cy="167368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8" name="Соединитель: уступ 57">
            <a:extLst>
              <a:ext uri="{FF2B5EF4-FFF2-40B4-BE49-F238E27FC236}">
                <a16:creationId xmlns:a16="http://schemas.microsoft.com/office/drawing/2014/main" id="{FB7DC0C3-67C4-CBD9-D173-28F5B09C8812}"/>
              </a:ext>
            </a:extLst>
          </p:cNvPr>
          <p:cNvCxnSpPr>
            <a:cxnSpLocks/>
            <a:stCxn id="4" idx="2"/>
            <a:endCxn id="17" idx="1"/>
          </p:cNvCxnSpPr>
          <p:nvPr/>
        </p:nvCxnSpPr>
        <p:spPr>
          <a:xfrm rot="16200000" flipH="1">
            <a:off x="880592" y="2250370"/>
            <a:ext cx="2202060" cy="159748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3" name="Соединитель: уступ 62">
            <a:extLst>
              <a:ext uri="{FF2B5EF4-FFF2-40B4-BE49-F238E27FC236}">
                <a16:creationId xmlns:a16="http://schemas.microsoft.com/office/drawing/2014/main" id="{0AD5F66A-B0C3-DF1F-63E9-92378A6F168B}"/>
              </a:ext>
            </a:extLst>
          </p:cNvPr>
          <p:cNvCxnSpPr>
            <a:cxnSpLocks/>
            <a:stCxn id="4" idx="2"/>
            <a:endCxn id="21" idx="1"/>
          </p:cNvCxnSpPr>
          <p:nvPr/>
        </p:nvCxnSpPr>
        <p:spPr>
          <a:xfrm rot="16200000" flipH="1">
            <a:off x="1366900" y="1764062"/>
            <a:ext cx="1229444" cy="159748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C86CE911-4F3D-4915-DAD4-97A9EFB20419}"/>
              </a:ext>
            </a:extLst>
          </p:cNvPr>
          <p:cNvSpPr txBox="1"/>
          <p:nvPr/>
        </p:nvSpPr>
        <p:spPr>
          <a:xfrm>
            <a:off x="2068623" y="4290885"/>
            <a:ext cx="545306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9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взво­д связи</a:t>
            </a:r>
            <a:endParaRPr lang="ru-RU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73" name="Соединитель: уступ 72">
            <a:extLst>
              <a:ext uri="{FF2B5EF4-FFF2-40B4-BE49-F238E27FC236}">
                <a16:creationId xmlns:a16="http://schemas.microsoft.com/office/drawing/2014/main" id="{64E4AFAD-D425-6664-8B11-4FBF02196ECE}"/>
              </a:ext>
            </a:extLst>
          </p:cNvPr>
          <p:cNvCxnSpPr>
            <a:cxnSpLocks/>
            <a:stCxn id="4" idx="2"/>
            <a:endCxn id="72" idx="1"/>
          </p:cNvCxnSpPr>
          <p:nvPr/>
        </p:nvCxnSpPr>
        <p:spPr>
          <a:xfrm rot="16200000" flipH="1">
            <a:off x="362017" y="2768944"/>
            <a:ext cx="3246337" cy="166875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8D2E6F28-0FC9-F9D9-BFE1-5102F83FB1D8}"/>
              </a:ext>
            </a:extLst>
          </p:cNvPr>
          <p:cNvSpPr txBox="1"/>
          <p:nvPr/>
        </p:nvSpPr>
        <p:spPr>
          <a:xfrm>
            <a:off x="3982429" y="1569013"/>
            <a:ext cx="918728" cy="2462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управление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47" name="Группа 46">
            <a:extLst>
              <a:ext uri="{FF2B5EF4-FFF2-40B4-BE49-F238E27FC236}">
                <a16:creationId xmlns:a16="http://schemas.microsoft.com/office/drawing/2014/main" id="{A2764E2C-EAAB-104F-3231-E8FB3FCD92B0}"/>
              </a:ext>
            </a:extLst>
          </p:cNvPr>
          <p:cNvGrpSpPr/>
          <p:nvPr/>
        </p:nvGrpSpPr>
        <p:grpSpPr>
          <a:xfrm>
            <a:off x="5154227" y="1558748"/>
            <a:ext cx="946133" cy="278140"/>
            <a:chOff x="6716528" y="3207053"/>
            <a:chExt cx="946133" cy="278140"/>
          </a:xfrm>
          <a:solidFill>
            <a:schemeClr val="bg1"/>
          </a:solidFill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A0C7E27E-29F3-22FF-C4AB-58FBD19D3788}"/>
                </a:ext>
              </a:extLst>
            </p:cNvPr>
            <p:cNvSpPr txBox="1"/>
            <p:nvPr/>
          </p:nvSpPr>
          <p:spPr>
            <a:xfrm>
              <a:off x="6743933" y="3207053"/>
              <a:ext cx="918728" cy="246221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D286B6B-CCC3-CB04-355A-184805FE80F2}"/>
                </a:ext>
              </a:extLst>
            </p:cNvPr>
            <p:cNvSpPr txBox="1"/>
            <p:nvPr/>
          </p:nvSpPr>
          <p:spPr>
            <a:xfrm>
              <a:off x="6716528" y="3238972"/>
              <a:ext cx="918728" cy="246221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в</a:t>
              </a:r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звод </a:t>
              </a:r>
              <a:r>
                <a:rPr lang="en-US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x2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8" name="Группа 47">
            <a:extLst>
              <a:ext uri="{FF2B5EF4-FFF2-40B4-BE49-F238E27FC236}">
                <a16:creationId xmlns:a16="http://schemas.microsoft.com/office/drawing/2014/main" id="{371D1289-47E3-C158-0C40-BEE2AF1218F9}"/>
              </a:ext>
            </a:extLst>
          </p:cNvPr>
          <p:cNvGrpSpPr/>
          <p:nvPr/>
        </p:nvGrpSpPr>
        <p:grpSpPr>
          <a:xfrm>
            <a:off x="6235523" y="1552379"/>
            <a:ext cx="958833" cy="432029"/>
            <a:chOff x="6703828" y="3507686"/>
            <a:chExt cx="958833" cy="432029"/>
          </a:xfrm>
          <a:solidFill>
            <a:schemeClr val="bg1"/>
          </a:solidFill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7A82CF9-60D2-6F37-B29E-4478298B7380}"/>
                </a:ext>
              </a:extLst>
            </p:cNvPr>
            <p:cNvSpPr txBox="1"/>
            <p:nvPr/>
          </p:nvSpPr>
          <p:spPr>
            <a:xfrm>
              <a:off x="6743933" y="3507686"/>
              <a:ext cx="918728" cy="40011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120-мм миномет х3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893C6A4-227D-6769-E780-61E265D02634}"/>
                </a:ext>
              </a:extLst>
            </p:cNvPr>
            <p:cNvSpPr txBox="1"/>
            <p:nvPr/>
          </p:nvSpPr>
          <p:spPr>
            <a:xfrm>
              <a:off x="6703828" y="3539605"/>
              <a:ext cx="918728" cy="40011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120-мм миномет х3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51" name="Соединитель: уступ 50">
            <a:extLst>
              <a:ext uri="{FF2B5EF4-FFF2-40B4-BE49-F238E27FC236}">
                <a16:creationId xmlns:a16="http://schemas.microsoft.com/office/drawing/2014/main" id="{92927F2D-F963-5D77-19CC-8D5D6C4896D0}"/>
              </a:ext>
            </a:extLst>
          </p:cNvPr>
          <p:cNvCxnSpPr>
            <a:cxnSpLocks/>
            <a:stCxn id="14" idx="2"/>
            <a:endCxn id="27" idx="0"/>
          </p:cNvCxnSpPr>
          <p:nvPr/>
        </p:nvCxnSpPr>
        <p:spPr>
          <a:xfrm rot="5400000">
            <a:off x="4962728" y="700787"/>
            <a:ext cx="347291" cy="138916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7" name="Соединитель: уступ 56">
            <a:extLst>
              <a:ext uri="{FF2B5EF4-FFF2-40B4-BE49-F238E27FC236}">
                <a16:creationId xmlns:a16="http://schemas.microsoft.com/office/drawing/2014/main" id="{AD371174-D9EC-DB6C-4D14-F6CB1A5EBD5D}"/>
              </a:ext>
            </a:extLst>
          </p:cNvPr>
          <p:cNvCxnSpPr>
            <a:cxnSpLocks/>
            <a:stCxn id="14" idx="2"/>
            <a:endCxn id="40" idx="0"/>
          </p:cNvCxnSpPr>
          <p:nvPr/>
        </p:nvCxnSpPr>
        <p:spPr>
          <a:xfrm rot="16200000" flipH="1">
            <a:off x="6117644" y="935030"/>
            <a:ext cx="330657" cy="904039"/>
          </a:xfrm>
          <a:prstGeom prst="bentConnector3">
            <a:avLst>
              <a:gd name="adj1" fmla="val 52881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DD8B8B4B-1F66-DA9D-8889-B8EC6592416F}"/>
              </a:ext>
            </a:extLst>
          </p:cNvPr>
          <p:cNvSpPr txBox="1"/>
          <p:nvPr/>
        </p:nvSpPr>
        <p:spPr>
          <a:xfrm>
            <a:off x="6210620" y="2505031"/>
            <a:ext cx="1231581" cy="70788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отделение станковых противо­танковых гранатометов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85" name="Группа 84">
            <a:extLst>
              <a:ext uri="{FF2B5EF4-FFF2-40B4-BE49-F238E27FC236}">
                <a16:creationId xmlns:a16="http://schemas.microsoft.com/office/drawing/2014/main" id="{90D8C0B6-E97F-3EB2-6D12-CE98FBA2F2A1}"/>
              </a:ext>
            </a:extLst>
          </p:cNvPr>
          <p:cNvGrpSpPr/>
          <p:nvPr/>
        </p:nvGrpSpPr>
        <p:grpSpPr>
          <a:xfrm>
            <a:off x="7532265" y="2461389"/>
            <a:ext cx="1310026" cy="751528"/>
            <a:chOff x="7532265" y="2461389"/>
            <a:chExt cx="1310026" cy="751528"/>
          </a:xfrm>
          <a:solidFill>
            <a:schemeClr val="bg1"/>
          </a:solidFill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799E9824-9B34-8B9D-A5F8-493DD25204E1}"/>
                </a:ext>
              </a:extLst>
            </p:cNvPr>
            <p:cNvSpPr txBox="1"/>
            <p:nvPr/>
          </p:nvSpPr>
          <p:spPr>
            <a:xfrm>
              <a:off x="7578536" y="2461389"/>
              <a:ext cx="1263755" cy="707886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отделе­ние противотанковых управляемых ракет х2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D98B4870-9D86-D68C-7A7D-68FBBCC3FEC4}"/>
                </a:ext>
              </a:extLst>
            </p:cNvPr>
            <p:cNvSpPr txBox="1"/>
            <p:nvPr/>
          </p:nvSpPr>
          <p:spPr>
            <a:xfrm>
              <a:off x="7532265" y="2505031"/>
              <a:ext cx="1263755" cy="707886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отделе­ние противотанковых управляемых ракет х2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13" name="Группа 212">
            <a:extLst>
              <a:ext uri="{FF2B5EF4-FFF2-40B4-BE49-F238E27FC236}">
                <a16:creationId xmlns:a16="http://schemas.microsoft.com/office/drawing/2014/main" id="{041F4F6F-DD7C-9908-3ABF-D45D0A7A1C0A}"/>
              </a:ext>
            </a:extLst>
          </p:cNvPr>
          <p:cNvGrpSpPr/>
          <p:nvPr/>
        </p:nvGrpSpPr>
        <p:grpSpPr>
          <a:xfrm>
            <a:off x="6253123" y="3349598"/>
            <a:ext cx="1118126" cy="460728"/>
            <a:chOff x="5822307" y="3516779"/>
            <a:chExt cx="1118126" cy="460728"/>
          </a:xfrm>
          <a:solidFill>
            <a:schemeClr val="bg1"/>
          </a:solidFill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7A976BED-E885-6EAC-63D7-5CC127FC9AC8}"/>
                </a:ext>
              </a:extLst>
            </p:cNvPr>
            <p:cNvSpPr txBox="1"/>
            <p:nvPr/>
          </p:nvSpPr>
          <p:spPr>
            <a:xfrm>
              <a:off x="5858142" y="3516779"/>
              <a:ext cx="1082291" cy="40011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r"/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гранатомет СПГ-9 х2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C3AE09DD-799C-48D4-1D4D-E38F917EF582}"/>
                </a:ext>
              </a:extLst>
            </p:cNvPr>
            <p:cNvSpPr txBox="1"/>
            <p:nvPr/>
          </p:nvSpPr>
          <p:spPr>
            <a:xfrm>
              <a:off x="5822307" y="3577397"/>
              <a:ext cx="1082291" cy="40011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гранатомет СПГ-9 х2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14" name="Группа 213">
            <a:extLst>
              <a:ext uri="{FF2B5EF4-FFF2-40B4-BE49-F238E27FC236}">
                <a16:creationId xmlns:a16="http://schemas.microsoft.com/office/drawing/2014/main" id="{53C87C94-6352-AAA8-474C-1CAB3F1D51AC}"/>
              </a:ext>
            </a:extLst>
          </p:cNvPr>
          <p:cNvGrpSpPr/>
          <p:nvPr/>
        </p:nvGrpSpPr>
        <p:grpSpPr>
          <a:xfrm>
            <a:off x="7485336" y="3429000"/>
            <a:ext cx="1321832" cy="292388"/>
            <a:chOff x="8086693" y="3451563"/>
            <a:chExt cx="1321832" cy="292388"/>
          </a:xfrm>
          <a:solidFill>
            <a:schemeClr val="bg1"/>
          </a:solidFill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7B302450-45A4-D07C-85FA-5357571ECD67}"/>
                </a:ext>
              </a:extLst>
            </p:cNvPr>
            <p:cNvSpPr txBox="1"/>
            <p:nvPr/>
          </p:nvSpPr>
          <p:spPr>
            <a:xfrm>
              <a:off x="8129319" y="3451563"/>
              <a:ext cx="1279206" cy="246221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ПТУРС х2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2C897201-1B2C-770A-315A-11C6F3E69F1A}"/>
                </a:ext>
              </a:extLst>
            </p:cNvPr>
            <p:cNvSpPr txBox="1"/>
            <p:nvPr/>
          </p:nvSpPr>
          <p:spPr>
            <a:xfrm>
              <a:off x="8086693" y="3497730"/>
              <a:ext cx="1279206" cy="246221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ПТУРС х2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56" name="Соединитель: уступ 55">
            <a:extLst>
              <a:ext uri="{FF2B5EF4-FFF2-40B4-BE49-F238E27FC236}">
                <a16:creationId xmlns:a16="http://schemas.microsoft.com/office/drawing/2014/main" id="{EE00AEA4-0C37-BE40-A25F-3423047B7610}"/>
              </a:ext>
            </a:extLst>
          </p:cNvPr>
          <p:cNvCxnSpPr>
            <a:cxnSpLocks/>
            <a:stCxn id="16" idx="2"/>
            <a:endCxn id="35" idx="0"/>
          </p:cNvCxnSpPr>
          <p:nvPr/>
        </p:nvCxnSpPr>
        <p:spPr>
          <a:xfrm rot="5400000">
            <a:off x="6456535" y="1589993"/>
            <a:ext cx="1284915" cy="545161"/>
          </a:xfrm>
          <a:prstGeom prst="bentConnector3">
            <a:avLst>
              <a:gd name="adj1" fmla="val 7471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9" name="Соединитель: уступ 68">
            <a:extLst>
              <a:ext uri="{FF2B5EF4-FFF2-40B4-BE49-F238E27FC236}">
                <a16:creationId xmlns:a16="http://schemas.microsoft.com/office/drawing/2014/main" id="{7BFE290A-F8E1-4093-B5FC-BCE31D99B881}"/>
              </a:ext>
            </a:extLst>
          </p:cNvPr>
          <p:cNvCxnSpPr>
            <a:cxnSpLocks/>
            <a:stCxn id="16" idx="2"/>
            <a:endCxn id="82" idx="0"/>
          </p:cNvCxnSpPr>
          <p:nvPr/>
        </p:nvCxnSpPr>
        <p:spPr>
          <a:xfrm rot="16200000" flipH="1">
            <a:off x="7170357" y="1421331"/>
            <a:ext cx="1241273" cy="838842"/>
          </a:xfrm>
          <a:prstGeom prst="bentConnector3">
            <a:avLst>
              <a:gd name="adj1" fmla="val 77241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3F03A907-F19E-A8FB-4B26-122723C19E4D}"/>
              </a:ext>
            </a:extLst>
          </p:cNvPr>
          <p:cNvSpPr txBox="1"/>
          <p:nvPr/>
        </p:nvSpPr>
        <p:spPr>
          <a:xfrm>
            <a:off x="9171692" y="1685787"/>
            <a:ext cx="962660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командир отде­ления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2F493AF-F91A-0799-C2A9-3C9F72A7E31E}"/>
              </a:ext>
            </a:extLst>
          </p:cNvPr>
          <p:cNvSpPr txBox="1"/>
          <p:nvPr/>
        </p:nvSpPr>
        <p:spPr>
          <a:xfrm>
            <a:off x="9171692" y="2198173"/>
            <a:ext cx="962660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водитель-автослесарь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F941F3C-8703-A343-B5D0-363B30191C92}"/>
              </a:ext>
            </a:extLst>
          </p:cNvPr>
          <p:cNvSpPr txBox="1"/>
          <p:nvPr/>
        </p:nvSpPr>
        <p:spPr>
          <a:xfrm>
            <a:off x="9182041" y="2703923"/>
            <a:ext cx="962660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старший механик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71" name="Соединитель: уступ 70">
            <a:extLst>
              <a:ext uri="{FF2B5EF4-FFF2-40B4-BE49-F238E27FC236}">
                <a16:creationId xmlns:a16="http://schemas.microsoft.com/office/drawing/2014/main" id="{DE941A1A-8EFF-8957-EC48-CC008528B14D}"/>
              </a:ext>
            </a:extLst>
          </p:cNvPr>
          <p:cNvCxnSpPr>
            <a:cxnSpLocks/>
            <a:stCxn id="20" idx="2"/>
            <a:endCxn id="59" idx="1"/>
          </p:cNvCxnSpPr>
          <p:nvPr/>
        </p:nvCxnSpPr>
        <p:spPr>
          <a:xfrm rot="16200000" flipH="1">
            <a:off x="8897191" y="1611341"/>
            <a:ext cx="333462" cy="215540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8" name="Соединитель: уступ 77">
            <a:extLst>
              <a:ext uri="{FF2B5EF4-FFF2-40B4-BE49-F238E27FC236}">
                <a16:creationId xmlns:a16="http://schemas.microsoft.com/office/drawing/2014/main" id="{474898D7-B14A-A7FD-540C-151574C404F6}"/>
              </a:ext>
            </a:extLst>
          </p:cNvPr>
          <p:cNvCxnSpPr>
            <a:cxnSpLocks/>
            <a:stCxn id="20" idx="2"/>
            <a:endCxn id="60" idx="1"/>
          </p:cNvCxnSpPr>
          <p:nvPr/>
        </p:nvCxnSpPr>
        <p:spPr>
          <a:xfrm rot="16200000" flipH="1">
            <a:off x="8640998" y="1867534"/>
            <a:ext cx="845848" cy="215540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1" name="Соединитель: уступ 80">
            <a:extLst>
              <a:ext uri="{FF2B5EF4-FFF2-40B4-BE49-F238E27FC236}">
                <a16:creationId xmlns:a16="http://schemas.microsoft.com/office/drawing/2014/main" id="{A5621C8F-72EA-20EA-6E4D-5A37323B2E36}"/>
              </a:ext>
            </a:extLst>
          </p:cNvPr>
          <p:cNvCxnSpPr>
            <a:cxnSpLocks/>
            <a:stCxn id="20" idx="2"/>
            <a:endCxn id="65" idx="1"/>
          </p:cNvCxnSpPr>
          <p:nvPr/>
        </p:nvCxnSpPr>
        <p:spPr>
          <a:xfrm rot="16200000" flipH="1">
            <a:off x="8393297" y="2115234"/>
            <a:ext cx="1351598" cy="22588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1D56E348-3396-DA66-5701-9A0C72DE06B0}"/>
              </a:ext>
            </a:extLst>
          </p:cNvPr>
          <p:cNvSpPr txBox="1"/>
          <p:nvPr/>
        </p:nvSpPr>
        <p:spPr>
          <a:xfrm>
            <a:off x="10404170" y="2071471"/>
            <a:ext cx="861780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командир взвода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5CA4D508-8217-009C-042F-665D6A727056}"/>
              </a:ext>
            </a:extLst>
          </p:cNvPr>
          <p:cNvSpPr txBox="1"/>
          <p:nvPr/>
        </p:nvSpPr>
        <p:spPr>
          <a:xfrm>
            <a:off x="10404170" y="2598448"/>
            <a:ext cx="898778" cy="55399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командира взвода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8FEB189-5799-F236-7D9D-C7E1663D30E8}"/>
              </a:ext>
            </a:extLst>
          </p:cNvPr>
          <p:cNvSpPr txBox="1"/>
          <p:nvPr/>
        </p:nvSpPr>
        <p:spPr>
          <a:xfrm>
            <a:off x="10404170" y="3278422"/>
            <a:ext cx="1040137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хозяйственная часть 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94BE10E3-ACAF-FF0A-0F40-96DE4DCC6D16}"/>
              </a:ext>
            </a:extLst>
          </p:cNvPr>
          <p:cNvSpPr txBox="1"/>
          <p:nvPr/>
        </p:nvSpPr>
        <p:spPr>
          <a:xfrm>
            <a:off x="9532904" y="3884054"/>
            <a:ext cx="1330426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ав­тотранспортное отделение 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90" name="Соединитель: уступ 89">
            <a:extLst>
              <a:ext uri="{FF2B5EF4-FFF2-40B4-BE49-F238E27FC236}">
                <a16:creationId xmlns:a16="http://schemas.microsoft.com/office/drawing/2014/main" id="{49ECEF45-7E8E-ACC7-0590-B601DA59624E}"/>
              </a:ext>
            </a:extLst>
          </p:cNvPr>
          <p:cNvCxnSpPr>
            <a:cxnSpLocks/>
            <a:stCxn id="22" idx="2"/>
            <a:endCxn id="86" idx="1"/>
          </p:cNvCxnSpPr>
          <p:nvPr/>
        </p:nvCxnSpPr>
        <p:spPr>
          <a:xfrm rot="16200000" flipH="1">
            <a:off x="9952750" y="1820105"/>
            <a:ext cx="699321" cy="20351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3" name="Соединитель: уступ 92">
            <a:extLst>
              <a:ext uri="{FF2B5EF4-FFF2-40B4-BE49-F238E27FC236}">
                <a16:creationId xmlns:a16="http://schemas.microsoft.com/office/drawing/2014/main" id="{811F07BC-68EF-BE5B-6D91-1FF9E9AE20A5}"/>
              </a:ext>
            </a:extLst>
          </p:cNvPr>
          <p:cNvCxnSpPr>
            <a:cxnSpLocks/>
            <a:stCxn id="22" idx="2"/>
            <a:endCxn id="87" idx="1"/>
          </p:cNvCxnSpPr>
          <p:nvPr/>
        </p:nvCxnSpPr>
        <p:spPr>
          <a:xfrm rot="16200000" flipH="1">
            <a:off x="9650789" y="2122066"/>
            <a:ext cx="1303242" cy="20351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6" name="Соединитель: уступ 95">
            <a:extLst>
              <a:ext uri="{FF2B5EF4-FFF2-40B4-BE49-F238E27FC236}">
                <a16:creationId xmlns:a16="http://schemas.microsoft.com/office/drawing/2014/main" id="{F7AF103B-776A-1EB5-1FD7-F3CFD7E9C3FC}"/>
              </a:ext>
            </a:extLst>
          </p:cNvPr>
          <p:cNvCxnSpPr>
            <a:cxnSpLocks/>
            <a:stCxn id="22" idx="2"/>
            <a:endCxn id="88" idx="1"/>
          </p:cNvCxnSpPr>
          <p:nvPr/>
        </p:nvCxnSpPr>
        <p:spPr>
          <a:xfrm rot="16200000" flipH="1">
            <a:off x="9349274" y="2423581"/>
            <a:ext cx="1906272" cy="20351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9" name="Соединитель: уступ 98">
            <a:extLst>
              <a:ext uri="{FF2B5EF4-FFF2-40B4-BE49-F238E27FC236}">
                <a16:creationId xmlns:a16="http://schemas.microsoft.com/office/drawing/2014/main" id="{40D5E857-060A-AE8C-2132-8E6F27D32126}"/>
              </a:ext>
            </a:extLst>
          </p:cNvPr>
          <p:cNvCxnSpPr>
            <a:cxnSpLocks/>
            <a:stCxn id="22" idx="2"/>
            <a:endCxn id="89" idx="0"/>
          </p:cNvCxnSpPr>
          <p:nvPr/>
        </p:nvCxnSpPr>
        <p:spPr>
          <a:xfrm rot="5400000">
            <a:off x="9043460" y="2726862"/>
            <a:ext cx="2311849" cy="253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08A494BA-3396-AA45-410E-73D67CCADE90}"/>
              </a:ext>
            </a:extLst>
          </p:cNvPr>
          <p:cNvSpPr txBox="1"/>
          <p:nvPr/>
        </p:nvSpPr>
        <p:spPr>
          <a:xfrm>
            <a:off x="9936368" y="4605114"/>
            <a:ext cx="990108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начальник пункта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305C27F9-DCBF-1FF9-5748-26604CEBC638}"/>
              </a:ext>
            </a:extLst>
          </p:cNvPr>
          <p:cNvSpPr txBox="1"/>
          <p:nvPr/>
        </p:nvSpPr>
        <p:spPr>
          <a:xfrm>
            <a:off x="11173798" y="4635877"/>
            <a:ext cx="990108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шофер-санитар 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75" name="Группа 74">
            <a:extLst>
              <a:ext uri="{FF2B5EF4-FFF2-40B4-BE49-F238E27FC236}">
                <a16:creationId xmlns:a16="http://schemas.microsoft.com/office/drawing/2014/main" id="{B301D415-CF73-2114-3972-760BBB94359B}"/>
              </a:ext>
            </a:extLst>
          </p:cNvPr>
          <p:cNvGrpSpPr/>
          <p:nvPr/>
        </p:nvGrpSpPr>
        <p:grpSpPr>
          <a:xfrm>
            <a:off x="10521900" y="5351574"/>
            <a:ext cx="1040908" cy="292852"/>
            <a:chOff x="10521900" y="5351574"/>
            <a:chExt cx="1040908" cy="292852"/>
          </a:xfrm>
          <a:solidFill>
            <a:schemeClr val="bg1"/>
          </a:solidFill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C56BC3C1-B946-ED62-9E4F-DAEAF98B6B8C}"/>
                </a:ext>
              </a:extLst>
            </p:cNvPr>
            <p:cNvSpPr txBox="1"/>
            <p:nvPr/>
          </p:nvSpPr>
          <p:spPr>
            <a:xfrm>
              <a:off x="10572700" y="5351574"/>
              <a:ext cx="990108" cy="246221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с</a:t>
              </a:r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анитар</a:t>
              </a:r>
              <a:r>
                <a:rPr lang="en-US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 </a:t>
              </a:r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431EB4F-329F-3A74-F3E6-9DBA1A1F43BC}"/>
                </a:ext>
              </a:extLst>
            </p:cNvPr>
            <p:cNvSpPr txBox="1"/>
            <p:nvPr/>
          </p:nvSpPr>
          <p:spPr>
            <a:xfrm>
              <a:off x="10521900" y="5398205"/>
              <a:ext cx="990108" cy="246221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с</a:t>
              </a:r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анитар</a:t>
              </a:r>
              <a:r>
                <a:rPr lang="en-US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 </a:t>
              </a:r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76" name="Соединитель: уступ 75">
            <a:extLst>
              <a:ext uri="{FF2B5EF4-FFF2-40B4-BE49-F238E27FC236}">
                <a16:creationId xmlns:a16="http://schemas.microsoft.com/office/drawing/2014/main" id="{A541444A-75DC-B04C-60C0-4D2F75D2085D}"/>
              </a:ext>
            </a:extLst>
          </p:cNvPr>
          <p:cNvCxnSpPr>
            <a:cxnSpLocks/>
            <a:stCxn id="24" idx="2"/>
            <a:endCxn id="67" idx="0"/>
          </p:cNvCxnSpPr>
          <p:nvPr/>
        </p:nvCxnSpPr>
        <p:spPr>
          <a:xfrm rot="16200000" flipH="1">
            <a:off x="10050414" y="3017439"/>
            <a:ext cx="3077128" cy="159747"/>
          </a:xfrm>
          <a:prstGeom prst="bentConnector3">
            <a:avLst>
              <a:gd name="adj1" fmla="val 9251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3" name="Соединитель: уступ 82">
            <a:extLst>
              <a:ext uri="{FF2B5EF4-FFF2-40B4-BE49-F238E27FC236}">
                <a16:creationId xmlns:a16="http://schemas.microsoft.com/office/drawing/2014/main" id="{FE4D8B1D-218C-3C47-76B4-37E36EB31F71}"/>
              </a:ext>
            </a:extLst>
          </p:cNvPr>
          <p:cNvCxnSpPr>
            <a:cxnSpLocks/>
            <a:stCxn id="24" idx="2"/>
            <a:endCxn id="66" idx="0"/>
          </p:cNvCxnSpPr>
          <p:nvPr/>
        </p:nvCxnSpPr>
        <p:spPr>
          <a:xfrm rot="5400000">
            <a:off x="9447082" y="2543090"/>
            <a:ext cx="3046365" cy="1077683"/>
          </a:xfrm>
          <a:prstGeom prst="bentConnector3">
            <a:avLst>
              <a:gd name="adj1" fmla="val 93357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8" name="Соединитель: уступ 97">
            <a:extLst>
              <a:ext uri="{FF2B5EF4-FFF2-40B4-BE49-F238E27FC236}">
                <a16:creationId xmlns:a16="http://schemas.microsoft.com/office/drawing/2014/main" id="{D90A476C-F2A5-88C5-6451-CAFE0D010164}"/>
              </a:ext>
            </a:extLst>
          </p:cNvPr>
          <p:cNvCxnSpPr>
            <a:cxnSpLocks/>
            <a:stCxn id="24" idx="2"/>
            <a:endCxn id="70" idx="0"/>
          </p:cNvCxnSpPr>
          <p:nvPr/>
        </p:nvCxnSpPr>
        <p:spPr>
          <a:xfrm rot="5400000">
            <a:off x="9392018" y="3234486"/>
            <a:ext cx="3792825" cy="441351"/>
          </a:xfrm>
          <a:prstGeom prst="bentConnector3">
            <a:avLst>
              <a:gd name="adj1" fmla="val 75061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386824A1-3EE3-74E4-509B-8658DD1292D1}"/>
              </a:ext>
            </a:extLst>
          </p:cNvPr>
          <p:cNvSpPr txBox="1"/>
          <p:nvPr/>
        </p:nvSpPr>
        <p:spPr>
          <a:xfrm>
            <a:off x="3308221" y="4752549"/>
            <a:ext cx="1106162" cy="27699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2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управление</a:t>
            </a:r>
            <a:endParaRPr lang="ru-RU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5E454A0-1DD9-AD11-E0E2-F7CFF5B3698E}"/>
              </a:ext>
            </a:extLst>
          </p:cNvPr>
          <p:cNvSpPr txBox="1"/>
          <p:nvPr/>
        </p:nvSpPr>
        <p:spPr>
          <a:xfrm>
            <a:off x="4516595" y="4660217"/>
            <a:ext cx="1012600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2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пулеметное отде­лени</a:t>
            </a:r>
            <a:r>
              <a:rPr lang="ru-RU" sz="12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е</a:t>
            </a:r>
            <a:r>
              <a:rPr lang="ru-RU" sz="12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endParaRPr lang="ru-RU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F9993393-704C-2133-A55A-4ABEF0FC3E13}"/>
              </a:ext>
            </a:extLst>
          </p:cNvPr>
          <p:cNvSpPr txBox="1"/>
          <p:nvPr/>
        </p:nvSpPr>
        <p:spPr>
          <a:xfrm>
            <a:off x="5726484" y="4703450"/>
            <a:ext cx="1370904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2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мотострелковый взвод х3</a:t>
            </a:r>
            <a:endParaRPr lang="ru-RU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08" name="Соединитель: уступ 107">
            <a:extLst>
              <a:ext uri="{FF2B5EF4-FFF2-40B4-BE49-F238E27FC236}">
                <a16:creationId xmlns:a16="http://schemas.microsoft.com/office/drawing/2014/main" id="{5C975290-A66A-A0A3-6C15-B8A53238666D}"/>
              </a:ext>
            </a:extLst>
          </p:cNvPr>
          <p:cNvCxnSpPr>
            <a:cxnSpLocks/>
            <a:stCxn id="6" idx="2"/>
            <a:endCxn id="105" idx="0"/>
          </p:cNvCxnSpPr>
          <p:nvPr/>
        </p:nvCxnSpPr>
        <p:spPr>
          <a:xfrm rot="16200000" flipH="1">
            <a:off x="2438102" y="2075423"/>
            <a:ext cx="3360921" cy="1808666"/>
          </a:xfrm>
          <a:prstGeom prst="bentConnector3">
            <a:avLst>
              <a:gd name="adj1" fmla="val 2421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2" name="Соединитель: уступ 111">
            <a:extLst>
              <a:ext uri="{FF2B5EF4-FFF2-40B4-BE49-F238E27FC236}">
                <a16:creationId xmlns:a16="http://schemas.microsoft.com/office/drawing/2014/main" id="{DD9C47B6-957B-3020-E762-FF534904628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861302" y="4228757"/>
            <a:ext cx="1161313" cy="514265"/>
          </a:xfrm>
          <a:prstGeom prst="bentConnector3">
            <a:avLst>
              <a:gd name="adj1" fmla="val 99814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8" name="Соединитель: уступ 117">
            <a:extLst>
              <a:ext uri="{FF2B5EF4-FFF2-40B4-BE49-F238E27FC236}">
                <a16:creationId xmlns:a16="http://schemas.microsoft.com/office/drawing/2014/main" id="{8E2BE14D-353A-9426-083A-36074829F0F7}"/>
              </a:ext>
            </a:extLst>
          </p:cNvPr>
          <p:cNvCxnSpPr>
            <a:cxnSpLocks/>
            <a:endCxn id="107" idx="0"/>
          </p:cNvCxnSpPr>
          <p:nvPr/>
        </p:nvCxnSpPr>
        <p:spPr>
          <a:xfrm>
            <a:off x="5022614" y="4228758"/>
            <a:ext cx="1455126" cy="395311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8F4DF81F-8452-565C-5E6F-54DEE84C9B9D}"/>
              </a:ext>
            </a:extLst>
          </p:cNvPr>
          <p:cNvSpPr txBox="1"/>
          <p:nvPr/>
        </p:nvSpPr>
        <p:spPr>
          <a:xfrm>
            <a:off x="2299249" y="5228463"/>
            <a:ext cx="1126575" cy="2462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командир роты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15F6F154-5A3F-7262-1258-88F6F963EEC5}"/>
              </a:ext>
            </a:extLst>
          </p:cNvPr>
          <p:cNvSpPr txBox="1"/>
          <p:nvPr/>
        </p:nvSpPr>
        <p:spPr>
          <a:xfrm>
            <a:off x="2307271" y="5532169"/>
            <a:ext cx="1126575" cy="55399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заме­ститель по политической части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98B7A05E-F509-D771-36E0-B6685273628D}"/>
              </a:ext>
            </a:extLst>
          </p:cNvPr>
          <p:cNvSpPr txBox="1"/>
          <p:nvPr/>
        </p:nvSpPr>
        <p:spPr>
          <a:xfrm>
            <a:off x="2301508" y="6144861"/>
            <a:ext cx="1126575" cy="2462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старшина роты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26" name="Соединитель: уступ 125">
            <a:extLst>
              <a:ext uri="{FF2B5EF4-FFF2-40B4-BE49-F238E27FC236}">
                <a16:creationId xmlns:a16="http://schemas.microsoft.com/office/drawing/2014/main" id="{74E2959C-F4EB-E65B-AB41-73FF101098B0}"/>
              </a:ext>
            </a:extLst>
          </p:cNvPr>
          <p:cNvCxnSpPr>
            <a:cxnSpLocks/>
            <a:stCxn id="104" idx="2"/>
            <a:endCxn id="123" idx="3"/>
          </p:cNvCxnSpPr>
          <p:nvPr/>
        </p:nvCxnSpPr>
        <p:spPr>
          <a:xfrm rot="5400000">
            <a:off x="3482550" y="4972822"/>
            <a:ext cx="322026" cy="435478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9" name="Соединитель: уступ 128">
            <a:extLst>
              <a:ext uri="{FF2B5EF4-FFF2-40B4-BE49-F238E27FC236}">
                <a16:creationId xmlns:a16="http://schemas.microsoft.com/office/drawing/2014/main" id="{0F479BA7-2FF9-D7FC-CE7D-160901F77AF9}"/>
              </a:ext>
            </a:extLst>
          </p:cNvPr>
          <p:cNvCxnSpPr>
            <a:cxnSpLocks/>
            <a:stCxn id="104" idx="2"/>
            <a:endCxn id="124" idx="3"/>
          </p:cNvCxnSpPr>
          <p:nvPr/>
        </p:nvCxnSpPr>
        <p:spPr>
          <a:xfrm rot="5400000">
            <a:off x="3257764" y="5205630"/>
            <a:ext cx="779620" cy="427456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2" name="Соединитель: уступ 131">
            <a:extLst>
              <a:ext uri="{FF2B5EF4-FFF2-40B4-BE49-F238E27FC236}">
                <a16:creationId xmlns:a16="http://schemas.microsoft.com/office/drawing/2014/main" id="{1C369A90-E587-EFD8-FEFD-6ADB4EC0899D}"/>
              </a:ext>
            </a:extLst>
          </p:cNvPr>
          <p:cNvCxnSpPr>
            <a:cxnSpLocks/>
            <a:stCxn id="104" idx="2"/>
            <a:endCxn id="125" idx="3"/>
          </p:cNvCxnSpPr>
          <p:nvPr/>
        </p:nvCxnSpPr>
        <p:spPr>
          <a:xfrm rot="5400000">
            <a:off x="3025481" y="5432151"/>
            <a:ext cx="1238424" cy="43321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F720714E-256B-90B6-AF0F-A0B882A758F5}"/>
              </a:ext>
            </a:extLst>
          </p:cNvPr>
          <p:cNvSpPr txBox="1"/>
          <p:nvPr/>
        </p:nvSpPr>
        <p:spPr>
          <a:xfrm>
            <a:off x="5557149" y="5885816"/>
            <a:ext cx="646449" cy="30777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7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командира отделения</a:t>
            </a:r>
            <a:endParaRPr lang="ru-RU" sz="7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2559BFFF-03A0-0618-7196-8D5351056DFE}"/>
              </a:ext>
            </a:extLst>
          </p:cNvPr>
          <p:cNvSpPr txBox="1"/>
          <p:nvPr/>
        </p:nvSpPr>
        <p:spPr>
          <a:xfrm>
            <a:off x="3904776" y="5827437"/>
            <a:ext cx="619599" cy="41549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7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водителя бронетранспортера </a:t>
            </a:r>
            <a:endParaRPr lang="ru-RU" sz="7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7DE61650-C676-C22E-E8B3-7A01F957147F}"/>
              </a:ext>
            </a:extLst>
          </p:cNvPr>
          <p:cNvSpPr txBox="1"/>
          <p:nvPr/>
        </p:nvSpPr>
        <p:spPr>
          <a:xfrm>
            <a:off x="4571738" y="5903283"/>
            <a:ext cx="918728" cy="30777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7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пуле­метный расчет</a:t>
            </a:r>
            <a:r>
              <a:rPr lang="en-US" sz="7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ru-RU" sz="7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х</a:t>
            </a:r>
            <a:r>
              <a:rPr lang="en-US" sz="7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2</a:t>
            </a:r>
            <a:endParaRPr lang="ru-RU" sz="7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38" name="Соединитель: уступ 137">
            <a:extLst>
              <a:ext uri="{FF2B5EF4-FFF2-40B4-BE49-F238E27FC236}">
                <a16:creationId xmlns:a16="http://schemas.microsoft.com/office/drawing/2014/main" id="{B95A4A45-73D1-12E3-457B-32C727A484AE}"/>
              </a:ext>
            </a:extLst>
          </p:cNvPr>
          <p:cNvCxnSpPr>
            <a:cxnSpLocks/>
            <a:stCxn id="105" idx="2"/>
            <a:endCxn id="136" idx="0"/>
          </p:cNvCxnSpPr>
          <p:nvPr/>
        </p:nvCxnSpPr>
        <p:spPr>
          <a:xfrm rot="5400000">
            <a:off x="4265959" y="5070500"/>
            <a:ext cx="705555" cy="808319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1" name="Соединитель: уступ 140">
            <a:extLst>
              <a:ext uri="{FF2B5EF4-FFF2-40B4-BE49-F238E27FC236}">
                <a16:creationId xmlns:a16="http://schemas.microsoft.com/office/drawing/2014/main" id="{3F3EFA35-79D9-D15F-22A7-890AD31D87D4}"/>
              </a:ext>
            </a:extLst>
          </p:cNvPr>
          <p:cNvCxnSpPr>
            <a:cxnSpLocks/>
            <a:stCxn id="105" idx="2"/>
            <a:endCxn id="135" idx="0"/>
          </p:cNvCxnSpPr>
          <p:nvPr/>
        </p:nvCxnSpPr>
        <p:spPr>
          <a:xfrm rot="16200000" flipH="1">
            <a:off x="5069667" y="5075109"/>
            <a:ext cx="763934" cy="857479"/>
          </a:xfrm>
          <a:prstGeom prst="bentConnector3">
            <a:avLst>
              <a:gd name="adj1" fmla="val 45844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EC7EC355-693E-8CEC-B464-61117EF9B798}"/>
              </a:ext>
            </a:extLst>
          </p:cNvPr>
          <p:cNvSpPr txBox="1"/>
          <p:nvPr/>
        </p:nvSpPr>
        <p:spPr>
          <a:xfrm>
            <a:off x="4140286" y="6568576"/>
            <a:ext cx="612653" cy="18466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6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пулеметчик </a:t>
            </a:r>
            <a:endParaRPr lang="ru-RU" sz="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02B46E3-4A08-43D8-42B6-DB0842CC83B0}"/>
              </a:ext>
            </a:extLst>
          </p:cNvPr>
          <p:cNvSpPr txBox="1"/>
          <p:nvPr/>
        </p:nvSpPr>
        <p:spPr>
          <a:xfrm>
            <a:off x="5319447" y="6481102"/>
            <a:ext cx="656097" cy="27699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6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помощник пулеметчика</a:t>
            </a:r>
            <a:endParaRPr lang="ru-RU" sz="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84" name="Соединитель: уступ 83">
            <a:extLst>
              <a:ext uri="{FF2B5EF4-FFF2-40B4-BE49-F238E27FC236}">
                <a16:creationId xmlns:a16="http://schemas.microsoft.com/office/drawing/2014/main" id="{46B7E41C-CBA2-976E-80BE-5712B1276932}"/>
              </a:ext>
            </a:extLst>
          </p:cNvPr>
          <p:cNvCxnSpPr>
            <a:cxnSpLocks/>
            <a:stCxn id="137" idx="2"/>
            <a:endCxn id="80" idx="0"/>
          </p:cNvCxnSpPr>
          <p:nvPr/>
        </p:nvCxnSpPr>
        <p:spPr>
          <a:xfrm rot="16200000" flipH="1">
            <a:off x="5204278" y="6037884"/>
            <a:ext cx="270042" cy="61639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4" name="Соединитель: уступ 93">
            <a:extLst>
              <a:ext uri="{FF2B5EF4-FFF2-40B4-BE49-F238E27FC236}">
                <a16:creationId xmlns:a16="http://schemas.microsoft.com/office/drawing/2014/main" id="{36D3EB8C-E6E2-9D1A-F177-77B56EB5E1CD}"/>
              </a:ext>
            </a:extLst>
          </p:cNvPr>
          <p:cNvCxnSpPr>
            <a:cxnSpLocks/>
            <a:stCxn id="137" idx="2"/>
            <a:endCxn id="79" idx="0"/>
          </p:cNvCxnSpPr>
          <p:nvPr/>
        </p:nvCxnSpPr>
        <p:spPr>
          <a:xfrm rot="5400000">
            <a:off x="4560100" y="6097574"/>
            <a:ext cx="357516" cy="584489"/>
          </a:xfrm>
          <a:prstGeom prst="bentConnector3">
            <a:avLst>
              <a:gd name="adj1" fmla="val 36679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EDA2C01F-F83E-546A-D5C4-AC20CC733E2A}"/>
              </a:ext>
            </a:extLst>
          </p:cNvPr>
          <p:cNvSpPr txBox="1"/>
          <p:nvPr/>
        </p:nvSpPr>
        <p:spPr>
          <a:xfrm>
            <a:off x="6556748" y="5445679"/>
            <a:ext cx="1084488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командир взвода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397FA1B0-F7A7-B5D9-5F3F-2BB4E5EE6B6E}"/>
              </a:ext>
            </a:extLst>
          </p:cNvPr>
          <p:cNvSpPr txBox="1"/>
          <p:nvPr/>
        </p:nvSpPr>
        <p:spPr>
          <a:xfrm>
            <a:off x="7692489" y="5437830"/>
            <a:ext cx="1143143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коман­дира 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02" name="Группа 101">
            <a:extLst>
              <a:ext uri="{FF2B5EF4-FFF2-40B4-BE49-F238E27FC236}">
                <a16:creationId xmlns:a16="http://schemas.microsoft.com/office/drawing/2014/main" id="{20EC3623-4218-D062-FCE9-9405BA7D790A}"/>
              </a:ext>
            </a:extLst>
          </p:cNvPr>
          <p:cNvGrpSpPr/>
          <p:nvPr/>
        </p:nvGrpSpPr>
        <p:grpSpPr>
          <a:xfrm>
            <a:off x="8897801" y="5390222"/>
            <a:ext cx="1223060" cy="438210"/>
            <a:chOff x="8897801" y="5390222"/>
            <a:chExt cx="1223060" cy="438210"/>
          </a:xfrm>
          <a:solidFill>
            <a:schemeClr val="bg1"/>
          </a:solidFill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D374B3F0-8BFC-A8AE-4C2A-61C7DE19EE0E}"/>
                </a:ext>
              </a:extLst>
            </p:cNvPr>
            <p:cNvSpPr txBox="1"/>
            <p:nvPr/>
          </p:nvSpPr>
          <p:spPr>
            <a:xfrm>
              <a:off x="8948601" y="5390222"/>
              <a:ext cx="1172260" cy="40011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мотострелковое отделение х3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D7F8D44D-5257-48DE-321E-0D0788E443F1}"/>
                </a:ext>
              </a:extLst>
            </p:cNvPr>
            <p:cNvSpPr txBox="1"/>
            <p:nvPr/>
          </p:nvSpPr>
          <p:spPr>
            <a:xfrm>
              <a:off x="8897801" y="5428322"/>
              <a:ext cx="1172260" cy="40011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мотострелковое отделение х3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103" name="Соединитель: уступ 102">
            <a:extLst>
              <a:ext uri="{FF2B5EF4-FFF2-40B4-BE49-F238E27FC236}">
                <a16:creationId xmlns:a16="http://schemas.microsoft.com/office/drawing/2014/main" id="{0B7EFD5F-8DAB-C786-610B-878C79601AA9}"/>
              </a:ext>
            </a:extLst>
          </p:cNvPr>
          <p:cNvCxnSpPr>
            <a:cxnSpLocks/>
            <a:stCxn id="106" idx="2"/>
            <a:endCxn id="91" idx="0"/>
          </p:cNvCxnSpPr>
          <p:nvPr/>
        </p:nvCxnSpPr>
        <p:spPr>
          <a:xfrm rot="16200000" flipH="1">
            <a:off x="6615182" y="4961869"/>
            <a:ext cx="280564" cy="68705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1" name="Соединитель: уступ 110">
            <a:extLst>
              <a:ext uri="{FF2B5EF4-FFF2-40B4-BE49-F238E27FC236}">
                <a16:creationId xmlns:a16="http://schemas.microsoft.com/office/drawing/2014/main" id="{AA875852-839C-31E5-CB1F-E941922C16EB}"/>
              </a:ext>
            </a:extLst>
          </p:cNvPr>
          <p:cNvCxnSpPr>
            <a:cxnSpLocks/>
            <a:stCxn id="106" idx="2"/>
            <a:endCxn id="92" idx="0"/>
          </p:cNvCxnSpPr>
          <p:nvPr/>
        </p:nvCxnSpPr>
        <p:spPr>
          <a:xfrm rot="16200000" flipH="1">
            <a:off x="7201641" y="4375409"/>
            <a:ext cx="272715" cy="185212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5" name="Соединитель: уступ 114">
            <a:extLst>
              <a:ext uri="{FF2B5EF4-FFF2-40B4-BE49-F238E27FC236}">
                <a16:creationId xmlns:a16="http://schemas.microsoft.com/office/drawing/2014/main" id="{48394B0A-97A7-C07F-7B8A-75DBBEFE0BDE}"/>
              </a:ext>
            </a:extLst>
          </p:cNvPr>
          <p:cNvCxnSpPr>
            <a:cxnSpLocks/>
            <a:stCxn id="106" idx="2"/>
            <a:endCxn id="101" idx="0"/>
          </p:cNvCxnSpPr>
          <p:nvPr/>
        </p:nvCxnSpPr>
        <p:spPr>
          <a:xfrm rot="16200000" flipH="1">
            <a:off x="7860780" y="3716270"/>
            <a:ext cx="225107" cy="3122795"/>
          </a:xfrm>
          <a:prstGeom prst="bentConnector3">
            <a:avLst>
              <a:gd name="adj1" fmla="val 58463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6" name="Прямая со стрелкой 185">
            <a:extLst>
              <a:ext uri="{FF2B5EF4-FFF2-40B4-BE49-F238E27FC236}">
                <a16:creationId xmlns:a16="http://schemas.microsoft.com/office/drawing/2014/main" id="{9649317B-D2D1-8F6C-9162-2B1A2561A456}"/>
              </a:ext>
            </a:extLst>
          </p:cNvPr>
          <p:cNvCxnSpPr>
            <a:cxnSpLocks/>
            <a:stCxn id="105" idx="2"/>
          </p:cNvCxnSpPr>
          <p:nvPr/>
        </p:nvCxnSpPr>
        <p:spPr>
          <a:xfrm>
            <a:off x="5022895" y="5121882"/>
            <a:ext cx="8207" cy="75123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Соединитель: уступ 196">
            <a:extLst>
              <a:ext uri="{FF2B5EF4-FFF2-40B4-BE49-F238E27FC236}">
                <a16:creationId xmlns:a16="http://schemas.microsoft.com/office/drawing/2014/main" id="{FB3C2D62-99FE-3570-634D-00D2CEF76B05}"/>
              </a:ext>
            </a:extLst>
          </p:cNvPr>
          <p:cNvCxnSpPr>
            <a:cxnSpLocks/>
            <a:stCxn id="3" idx="2"/>
            <a:endCxn id="8" idx="1"/>
          </p:cNvCxnSpPr>
          <p:nvPr/>
        </p:nvCxnSpPr>
        <p:spPr>
          <a:xfrm rot="16200000" flipH="1">
            <a:off x="453875" y="1516639"/>
            <a:ext cx="670281" cy="9542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0" name="Соединитель: уступ 199">
            <a:extLst>
              <a:ext uri="{FF2B5EF4-FFF2-40B4-BE49-F238E27FC236}">
                <a16:creationId xmlns:a16="http://schemas.microsoft.com/office/drawing/2014/main" id="{EA1FCCDD-04EA-7845-9A5C-C78BC4D068A4}"/>
              </a:ext>
            </a:extLst>
          </p:cNvPr>
          <p:cNvCxnSpPr>
            <a:cxnSpLocks/>
            <a:stCxn id="3" idx="2"/>
            <a:endCxn id="11" idx="1"/>
          </p:cNvCxnSpPr>
          <p:nvPr/>
        </p:nvCxnSpPr>
        <p:spPr>
          <a:xfrm rot="16200000" flipH="1">
            <a:off x="228960" y="1741555"/>
            <a:ext cx="1138236" cy="113554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3" name="Соединитель: уступ 202">
            <a:extLst>
              <a:ext uri="{FF2B5EF4-FFF2-40B4-BE49-F238E27FC236}">
                <a16:creationId xmlns:a16="http://schemas.microsoft.com/office/drawing/2014/main" id="{0E295AF9-01D1-9EDB-704E-BBE7DEC7B94F}"/>
              </a:ext>
            </a:extLst>
          </p:cNvPr>
          <p:cNvCxnSpPr>
            <a:cxnSpLocks/>
            <a:stCxn id="3" idx="2"/>
            <a:endCxn id="9" idx="1"/>
          </p:cNvCxnSpPr>
          <p:nvPr/>
        </p:nvCxnSpPr>
        <p:spPr>
          <a:xfrm rot="16200000" flipH="1">
            <a:off x="-29265" y="1999779"/>
            <a:ext cx="1646233" cy="105101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8" name="Соединитель: уступ 207">
            <a:extLst>
              <a:ext uri="{FF2B5EF4-FFF2-40B4-BE49-F238E27FC236}">
                <a16:creationId xmlns:a16="http://schemas.microsoft.com/office/drawing/2014/main" id="{63D5BC89-09BC-5EBC-945A-B3B48B4071B4}"/>
              </a:ext>
            </a:extLst>
          </p:cNvPr>
          <p:cNvCxnSpPr>
            <a:cxnSpLocks/>
            <a:stCxn id="14" idx="2"/>
            <a:endCxn id="32" idx="0"/>
          </p:cNvCxnSpPr>
          <p:nvPr/>
        </p:nvCxnSpPr>
        <p:spPr>
          <a:xfrm rot="5400000">
            <a:off x="5567462" y="1295257"/>
            <a:ext cx="337026" cy="189957"/>
          </a:xfrm>
          <a:prstGeom prst="bentConnector3">
            <a:avLst>
              <a:gd name="adj1" fmla="val 50942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6" name="Прямая со стрелкой 215">
            <a:extLst>
              <a:ext uri="{FF2B5EF4-FFF2-40B4-BE49-F238E27FC236}">
                <a16:creationId xmlns:a16="http://schemas.microsoft.com/office/drawing/2014/main" id="{34C0C20A-12A6-013E-0A32-D294D0214FFF}"/>
              </a:ext>
            </a:extLst>
          </p:cNvPr>
          <p:cNvCxnSpPr>
            <a:cxnSpLocks/>
            <a:stCxn id="35" idx="2"/>
            <a:endCxn id="62" idx="0"/>
          </p:cNvCxnSpPr>
          <p:nvPr/>
        </p:nvCxnSpPr>
        <p:spPr>
          <a:xfrm>
            <a:off x="6826411" y="3212917"/>
            <a:ext cx="3693" cy="1366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Прямая со стрелкой 219">
            <a:extLst>
              <a:ext uri="{FF2B5EF4-FFF2-40B4-BE49-F238E27FC236}">
                <a16:creationId xmlns:a16="http://schemas.microsoft.com/office/drawing/2014/main" id="{F5EBBFDA-4D20-CCBA-338B-C77962B15582}"/>
              </a:ext>
            </a:extLst>
          </p:cNvPr>
          <p:cNvCxnSpPr>
            <a:cxnSpLocks/>
            <a:stCxn id="52" idx="2"/>
            <a:endCxn id="64" idx="0"/>
          </p:cNvCxnSpPr>
          <p:nvPr/>
        </p:nvCxnSpPr>
        <p:spPr>
          <a:xfrm>
            <a:off x="8164143" y="3212917"/>
            <a:ext cx="3422" cy="2160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1894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7000">
        <p159:morph option="byObject"/>
      </p:transition>
    </mc:Choice>
    <mc:Fallback>
      <p:transition spd="slow" advTm="700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DAC73F-4356-641F-F5F0-D794667CEB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extBox 32">
            <a:extLst>
              <a:ext uri="{FF2B5EF4-FFF2-40B4-BE49-F238E27FC236}">
                <a16:creationId xmlns:a16="http://schemas.microsoft.com/office/drawing/2014/main" id="{743AD3C9-520D-63DB-4BA7-32DFE769E102}"/>
              </a:ext>
            </a:extLst>
          </p:cNvPr>
          <p:cNvSpPr txBox="1"/>
          <p:nvPr/>
        </p:nvSpPr>
        <p:spPr>
          <a:xfrm>
            <a:off x="4603156" y="5869947"/>
            <a:ext cx="918728" cy="30777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7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пуле­метный расчет</a:t>
            </a:r>
            <a:r>
              <a:rPr lang="en-US" sz="7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ru-RU" sz="7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х</a:t>
            </a:r>
            <a:r>
              <a:rPr lang="en-US" sz="7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2</a:t>
            </a:r>
            <a:endParaRPr lang="ru-RU" sz="7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40A8A321-2DB0-EB03-D509-3F0E57626B1D}"/>
              </a:ext>
            </a:extLst>
          </p:cNvPr>
          <p:cNvSpPr txBox="1"/>
          <p:nvPr/>
        </p:nvSpPr>
        <p:spPr>
          <a:xfrm>
            <a:off x="10147052" y="6099332"/>
            <a:ext cx="954890" cy="20005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7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автоматчик</a:t>
            </a:r>
            <a:r>
              <a:rPr lang="en-US" sz="7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ru-RU" sz="7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х3</a:t>
            </a:r>
            <a:endParaRPr lang="ru-RU" sz="7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330A6BF9-1F9C-459F-A74D-92A91C2CF114}"/>
              </a:ext>
            </a:extLst>
          </p:cNvPr>
          <p:cNvSpPr txBox="1"/>
          <p:nvPr/>
        </p:nvSpPr>
        <p:spPr>
          <a:xfrm>
            <a:off x="5792288" y="4624069"/>
            <a:ext cx="1370904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2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мотострелковый взвод х3</a:t>
            </a:r>
            <a:endParaRPr lang="ru-RU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3DC5AF23-E96B-1B73-BFB0-6DBA68D431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51992" y="322279"/>
            <a:ext cx="9144000" cy="311020"/>
          </a:xfrm>
          <a:solidFill>
            <a:schemeClr val="bg1"/>
          </a:solidFill>
          <a:ln w="19050">
            <a:noFill/>
          </a:ln>
        </p:spPr>
        <p:txBody>
          <a:bodyPr>
            <a:normAutofit fontScale="90000"/>
          </a:bodyPr>
          <a:lstStyle/>
          <a:p>
            <a:r>
              <a:rPr lang="ru-RU" sz="1800" dirty="0">
                <a:latin typeface="Segoe UI" panose="020B0502040204020203" pitchFamily="34" charset="0"/>
                <a:cs typeface="Segoe UI" panose="020B0502040204020203" pitchFamily="34" charset="0"/>
              </a:rPr>
              <a:t>Командир батальона</a:t>
            </a:r>
          </a:p>
        </p:txBody>
      </p:sp>
      <p:cxnSp>
        <p:nvCxnSpPr>
          <p:cNvPr id="30" name="Прямая соединительная линия 29">
            <a:extLst>
              <a:ext uri="{FF2B5EF4-FFF2-40B4-BE49-F238E27FC236}">
                <a16:creationId xmlns:a16="http://schemas.microsoft.com/office/drawing/2014/main" id="{529FF092-D239-F62A-2D77-1FA3D9113067}"/>
              </a:ext>
            </a:extLst>
          </p:cNvPr>
          <p:cNvCxnSpPr>
            <a:cxnSpLocks/>
          </p:cNvCxnSpPr>
          <p:nvPr/>
        </p:nvCxnSpPr>
        <p:spPr>
          <a:xfrm>
            <a:off x="743342" y="658180"/>
            <a:ext cx="10705316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Прямая со стрелкой 33">
            <a:extLst>
              <a:ext uri="{FF2B5EF4-FFF2-40B4-BE49-F238E27FC236}">
                <a16:creationId xmlns:a16="http://schemas.microsoft.com/office/drawing/2014/main" id="{741305B7-A94F-239F-C601-B57E2E66A8BA}"/>
              </a:ext>
            </a:extLst>
          </p:cNvPr>
          <p:cNvCxnSpPr>
            <a:cxnSpLocks/>
          </p:cNvCxnSpPr>
          <p:nvPr/>
        </p:nvCxnSpPr>
        <p:spPr>
          <a:xfrm>
            <a:off x="743342" y="658180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Прямая со стрелкой 35">
            <a:extLst>
              <a:ext uri="{FF2B5EF4-FFF2-40B4-BE49-F238E27FC236}">
                <a16:creationId xmlns:a16="http://schemas.microsoft.com/office/drawing/2014/main" id="{219EEE64-0CE6-CF04-BDE2-A63EF111C59A}"/>
              </a:ext>
            </a:extLst>
          </p:cNvPr>
          <p:cNvCxnSpPr>
            <a:cxnSpLocks/>
          </p:cNvCxnSpPr>
          <p:nvPr/>
        </p:nvCxnSpPr>
        <p:spPr>
          <a:xfrm>
            <a:off x="1807029" y="658180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Прямая со стрелкой 36">
            <a:extLst>
              <a:ext uri="{FF2B5EF4-FFF2-40B4-BE49-F238E27FC236}">
                <a16:creationId xmlns:a16="http://schemas.microsoft.com/office/drawing/2014/main" id="{9EF3F141-813E-E360-5107-747C8FE3E23B}"/>
              </a:ext>
            </a:extLst>
          </p:cNvPr>
          <p:cNvCxnSpPr>
            <a:cxnSpLocks/>
          </p:cNvCxnSpPr>
          <p:nvPr/>
        </p:nvCxnSpPr>
        <p:spPr>
          <a:xfrm>
            <a:off x="3050042" y="664407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EFE59D61-3C36-CAE9-9C1B-4B5894749DF0}"/>
              </a:ext>
            </a:extLst>
          </p:cNvPr>
          <p:cNvCxnSpPr>
            <a:cxnSpLocks/>
          </p:cNvCxnSpPr>
          <p:nvPr/>
        </p:nvCxnSpPr>
        <p:spPr>
          <a:xfrm>
            <a:off x="4678817" y="664407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195E2D94-EA41-59EA-A211-2D4BE1EDC6FC}"/>
              </a:ext>
            </a:extLst>
          </p:cNvPr>
          <p:cNvCxnSpPr>
            <a:cxnSpLocks/>
          </p:cNvCxnSpPr>
          <p:nvPr/>
        </p:nvCxnSpPr>
        <p:spPr>
          <a:xfrm>
            <a:off x="5822307" y="664407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E0B5E6F0-B5F1-3891-5760-F01CB869AAFC}"/>
              </a:ext>
            </a:extLst>
          </p:cNvPr>
          <p:cNvCxnSpPr>
            <a:cxnSpLocks/>
          </p:cNvCxnSpPr>
          <p:nvPr/>
        </p:nvCxnSpPr>
        <p:spPr>
          <a:xfrm>
            <a:off x="7274769" y="658180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Прямая со стрелкой 41">
            <a:extLst>
              <a:ext uri="{FF2B5EF4-FFF2-40B4-BE49-F238E27FC236}">
                <a16:creationId xmlns:a16="http://schemas.microsoft.com/office/drawing/2014/main" id="{14B6ACC3-ECB4-4901-A179-5A05A1661237}"/>
              </a:ext>
            </a:extLst>
          </p:cNvPr>
          <p:cNvCxnSpPr>
            <a:cxnSpLocks/>
          </p:cNvCxnSpPr>
          <p:nvPr/>
        </p:nvCxnSpPr>
        <p:spPr>
          <a:xfrm>
            <a:off x="8954278" y="664407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395FA381-4EEC-7FC0-AC1A-52E8B5058B7E}"/>
              </a:ext>
            </a:extLst>
          </p:cNvPr>
          <p:cNvCxnSpPr>
            <a:cxnSpLocks/>
          </p:cNvCxnSpPr>
          <p:nvPr/>
        </p:nvCxnSpPr>
        <p:spPr>
          <a:xfrm>
            <a:off x="10191845" y="659786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CA785AF6-A39A-601E-182D-E195E826680E}"/>
              </a:ext>
            </a:extLst>
          </p:cNvPr>
          <p:cNvCxnSpPr>
            <a:cxnSpLocks/>
          </p:cNvCxnSpPr>
          <p:nvPr/>
        </p:nvCxnSpPr>
        <p:spPr>
          <a:xfrm>
            <a:off x="11448658" y="664549"/>
            <a:ext cx="0" cy="1555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Прямая соединительная линия 49">
            <a:extLst>
              <a:ext uri="{FF2B5EF4-FFF2-40B4-BE49-F238E27FC236}">
                <a16:creationId xmlns:a16="http://schemas.microsoft.com/office/drawing/2014/main" id="{837F60DB-4A5A-3518-5160-029A53656300}"/>
              </a:ext>
            </a:extLst>
          </p:cNvPr>
          <p:cNvCxnSpPr>
            <a:cxnSpLocks/>
          </p:cNvCxnSpPr>
          <p:nvPr/>
        </p:nvCxnSpPr>
        <p:spPr>
          <a:xfrm>
            <a:off x="6096000" y="560731"/>
            <a:ext cx="0" cy="103818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6229C64-2C90-2DEE-A224-F1F0A7D214D1}"/>
              </a:ext>
            </a:extLst>
          </p:cNvPr>
          <p:cNvSpPr/>
          <p:nvPr/>
        </p:nvSpPr>
        <p:spPr>
          <a:xfrm>
            <a:off x="84078" y="822814"/>
            <a:ext cx="1314446" cy="406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управление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65DB4F7-CA32-36CD-0667-78F3D26BF187}"/>
              </a:ext>
            </a:extLst>
          </p:cNvPr>
          <p:cNvSpPr/>
          <p:nvPr/>
        </p:nvSpPr>
        <p:spPr>
          <a:xfrm>
            <a:off x="1567841" y="822814"/>
            <a:ext cx="667814" cy="406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штаб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0" name="Группа 9">
            <a:extLst>
              <a:ext uri="{FF2B5EF4-FFF2-40B4-BE49-F238E27FC236}">
                <a16:creationId xmlns:a16="http://schemas.microsoft.com/office/drawing/2014/main" id="{65C6900C-B268-9D9E-26B0-CDD2A2CC6D11}"/>
              </a:ext>
            </a:extLst>
          </p:cNvPr>
          <p:cNvGrpSpPr/>
          <p:nvPr/>
        </p:nvGrpSpPr>
        <p:grpSpPr>
          <a:xfrm>
            <a:off x="2438094" y="806682"/>
            <a:ext cx="1609659" cy="492614"/>
            <a:chOff x="1730441" y="3429000"/>
            <a:chExt cx="1363042" cy="492614"/>
          </a:xfrm>
          <a:solidFill>
            <a:schemeClr val="bg1"/>
          </a:solidFill>
        </p:grpSpPr>
        <p:sp>
          <p:nvSpPr>
            <p:cNvPr id="7" name="Прямоугольник 6">
              <a:extLst>
                <a:ext uri="{FF2B5EF4-FFF2-40B4-BE49-F238E27FC236}">
                  <a16:creationId xmlns:a16="http://schemas.microsoft.com/office/drawing/2014/main" id="{70CB3566-313C-D63A-9107-7CFCA9C50E4C}"/>
                </a:ext>
              </a:extLst>
            </p:cNvPr>
            <p:cNvSpPr/>
            <p:nvPr/>
          </p:nvSpPr>
          <p:spPr>
            <a:xfrm>
              <a:off x="1779037" y="3429000"/>
              <a:ext cx="1314446" cy="4064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4C1A639B-3138-50F1-7A68-CC975E1CFFD1}"/>
                </a:ext>
              </a:extLst>
            </p:cNvPr>
            <p:cNvSpPr/>
            <p:nvPr/>
          </p:nvSpPr>
          <p:spPr>
            <a:xfrm>
              <a:off x="1730441" y="3515214"/>
              <a:ext cx="1314446" cy="40640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style>
            <a:lnRef idx="3">
              <a:schemeClr val="lt1"/>
            </a:lnRef>
            <a:fillRef idx="1">
              <a:schemeClr val="accent2"/>
            </a:fillRef>
            <a:effectRef idx="1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1400" kern="0" dirty="0">
                  <a:solidFill>
                    <a:schemeClr val="tx1"/>
                  </a:solidFill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мотострелковая рота х3</a:t>
              </a:r>
              <a:endParaRPr lang="ru-RU" sz="1400" dirty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79B68FF-CDDE-F2C5-1B25-125F8DE25BFE}"/>
              </a:ext>
            </a:extLst>
          </p:cNvPr>
          <p:cNvSpPr/>
          <p:nvPr/>
        </p:nvSpPr>
        <p:spPr>
          <a:xfrm>
            <a:off x="4304641" y="822814"/>
            <a:ext cx="748351" cy="406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взвод связи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1F5B7F8-CA32-D2DD-F7A2-E04E3EC69035}"/>
              </a:ext>
            </a:extLst>
          </p:cNvPr>
          <p:cNvSpPr/>
          <p:nvPr/>
        </p:nvSpPr>
        <p:spPr>
          <a:xfrm>
            <a:off x="5202007" y="815322"/>
            <a:ext cx="1257891" cy="406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минометная батарея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DCAC050-2113-FAB8-BB5C-889D93B084B1}"/>
              </a:ext>
            </a:extLst>
          </p:cNvPr>
          <p:cNvSpPr/>
          <p:nvPr/>
        </p:nvSpPr>
        <p:spPr>
          <a:xfrm>
            <a:off x="6531819" y="813716"/>
            <a:ext cx="1679506" cy="40640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противотанковый взвод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98C24765-141D-9391-AC87-13B4489E5E09}"/>
              </a:ext>
            </a:extLst>
          </p:cNvPr>
          <p:cNvSpPr/>
          <p:nvPr/>
        </p:nvSpPr>
        <p:spPr>
          <a:xfrm>
            <a:off x="8264061" y="813716"/>
            <a:ext cx="1384181" cy="73866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отделение технического обслуживания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1DDCA132-FCF6-E4CD-62BA-9B22EB2EBA2E}"/>
              </a:ext>
            </a:extLst>
          </p:cNvPr>
          <p:cNvSpPr/>
          <p:nvPr/>
        </p:nvSpPr>
        <p:spPr>
          <a:xfrm>
            <a:off x="9786439" y="833541"/>
            <a:ext cx="828424" cy="73866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взвод снабжения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613B82E2-3107-9D63-0EF7-79E5A3456F2C}"/>
              </a:ext>
            </a:extLst>
          </p:cNvPr>
          <p:cNvSpPr/>
          <p:nvPr/>
        </p:nvSpPr>
        <p:spPr>
          <a:xfrm>
            <a:off x="10854303" y="820085"/>
            <a:ext cx="1309603" cy="73866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kern="0" dirty="0">
                <a:solidFill>
                  <a:schemeClr val="tx1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батальонный медицинский пункт</a:t>
            </a:r>
            <a:endParaRPr lang="ru-RU" sz="1400" dirty="0">
              <a:solidFill>
                <a:schemeClr val="tx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6BF1F8-BFF8-6058-E533-0E31E5A1E62F}"/>
              </a:ext>
            </a:extLst>
          </p:cNvPr>
          <p:cNvSpPr txBox="1"/>
          <p:nvPr/>
        </p:nvSpPr>
        <p:spPr>
          <a:xfrm>
            <a:off x="3219450" y="0"/>
            <a:ext cx="6096000" cy="369332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ru-RU" sz="1800" b="1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Мотострелковый батальон армии СССР</a:t>
            </a:r>
            <a:endParaRPr lang="ru-RU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B494A5-7CFB-D732-1ED4-A623D9A14FC9}"/>
              </a:ext>
            </a:extLst>
          </p:cNvPr>
          <p:cNvSpPr txBox="1"/>
          <p:nvPr/>
        </p:nvSpPr>
        <p:spPr>
          <a:xfrm>
            <a:off x="847707" y="1353569"/>
            <a:ext cx="568385" cy="21544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8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комбат</a:t>
            </a:r>
            <a:endParaRPr lang="ru-RU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B1879C-46D0-C3F7-EDEC-9BA99CD0DAE4}"/>
              </a:ext>
            </a:extLst>
          </p:cNvPr>
          <p:cNvSpPr txBox="1"/>
          <p:nvPr/>
        </p:nvSpPr>
        <p:spPr>
          <a:xfrm>
            <a:off x="836730" y="1668662"/>
            <a:ext cx="939960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8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по политической части</a:t>
            </a:r>
            <a:endParaRPr lang="ru-RU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40AF03-BF43-1645-373F-C976B7752E7A}"/>
              </a:ext>
            </a:extLst>
          </p:cNvPr>
          <p:cNvSpPr txBox="1"/>
          <p:nvPr/>
        </p:nvSpPr>
        <p:spPr>
          <a:xfrm>
            <a:off x="846402" y="2644614"/>
            <a:ext cx="939960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8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по технической части </a:t>
            </a:r>
            <a:endParaRPr lang="ru-RU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560F32-4C4B-E28D-78DE-8D80A0C0F092}"/>
              </a:ext>
            </a:extLst>
          </p:cNvPr>
          <p:cNvSpPr txBox="1"/>
          <p:nvPr/>
        </p:nvSpPr>
        <p:spPr>
          <a:xfrm>
            <a:off x="854855" y="2198173"/>
            <a:ext cx="678678" cy="33855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8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техник батальона</a:t>
            </a:r>
            <a:endParaRPr lang="ru-RU" sz="8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9" name="Соединитель: уступ 28">
            <a:extLst>
              <a:ext uri="{FF2B5EF4-FFF2-40B4-BE49-F238E27FC236}">
                <a16:creationId xmlns:a16="http://schemas.microsoft.com/office/drawing/2014/main" id="{E26F1091-1F51-51D8-09E2-6933F5F0BEF6}"/>
              </a:ext>
            </a:extLst>
          </p:cNvPr>
          <p:cNvCxnSpPr>
            <a:cxnSpLocks/>
            <a:stCxn id="3" idx="2"/>
            <a:endCxn id="2" idx="1"/>
          </p:cNvCxnSpPr>
          <p:nvPr/>
        </p:nvCxnSpPr>
        <p:spPr>
          <a:xfrm rot="16200000" flipH="1">
            <a:off x="678466" y="1292049"/>
            <a:ext cx="232077" cy="106406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31147D2-1F61-94EA-7BCB-0EA91F59A0CF}"/>
              </a:ext>
            </a:extLst>
          </p:cNvPr>
          <p:cNvSpPr txBox="1"/>
          <p:nvPr/>
        </p:nvSpPr>
        <p:spPr>
          <a:xfrm>
            <a:off x="2069116" y="3766362"/>
            <a:ext cx="898668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начальник штаба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556887-3EA5-7414-F9C3-198019061820}"/>
              </a:ext>
            </a:extLst>
          </p:cNvPr>
          <p:cNvSpPr txBox="1"/>
          <p:nvPr/>
        </p:nvSpPr>
        <p:spPr>
          <a:xfrm>
            <a:off x="2061496" y="3231219"/>
            <a:ext cx="990108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начальник связи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87A9B82-4ABD-603F-6950-53F8B017D06C}"/>
              </a:ext>
            </a:extLst>
          </p:cNvPr>
          <p:cNvSpPr txBox="1"/>
          <p:nvPr/>
        </p:nvSpPr>
        <p:spPr>
          <a:xfrm>
            <a:off x="2049938" y="1653148"/>
            <a:ext cx="976286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инструктор-дозиметрист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34A2B60-2D28-31A2-2A62-EA7A604187C9}"/>
              </a:ext>
            </a:extLst>
          </p:cNvPr>
          <p:cNvSpPr txBox="1"/>
          <p:nvPr/>
        </p:nvSpPr>
        <p:spPr>
          <a:xfrm>
            <a:off x="2062825" y="2831109"/>
            <a:ext cx="678678" cy="2462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писарь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8D03D4-9412-6ED4-EDFB-61256C95E715}"/>
              </a:ext>
            </a:extLst>
          </p:cNvPr>
          <p:cNvSpPr txBox="1"/>
          <p:nvPr/>
        </p:nvSpPr>
        <p:spPr>
          <a:xfrm>
            <a:off x="2061496" y="2181659"/>
            <a:ext cx="906288" cy="55399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води­тел</a:t>
            </a:r>
            <a:r>
              <a:rPr lang="ru-RU" sz="10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ь</a:t>
            </a:r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бронетранспортера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6" name="Соединитель: уступ 45">
            <a:extLst>
              <a:ext uri="{FF2B5EF4-FFF2-40B4-BE49-F238E27FC236}">
                <a16:creationId xmlns:a16="http://schemas.microsoft.com/office/drawing/2014/main" id="{ED955F02-D4B2-6145-95E0-286A60A0522D}"/>
              </a:ext>
            </a:extLst>
          </p:cNvPr>
          <p:cNvCxnSpPr>
            <a:cxnSpLocks/>
            <a:stCxn id="4" idx="2"/>
            <a:endCxn id="19" idx="1"/>
          </p:cNvCxnSpPr>
          <p:nvPr/>
        </p:nvCxnSpPr>
        <p:spPr>
          <a:xfrm rot="16200000" flipH="1">
            <a:off x="1119783" y="2011178"/>
            <a:ext cx="1725006" cy="161077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9" name="Соединитель: уступ 48">
            <a:extLst>
              <a:ext uri="{FF2B5EF4-FFF2-40B4-BE49-F238E27FC236}">
                <a16:creationId xmlns:a16="http://schemas.microsoft.com/office/drawing/2014/main" id="{3989B44B-88E5-DDC8-83D6-255651D3E4C7}"/>
              </a:ext>
            </a:extLst>
          </p:cNvPr>
          <p:cNvCxnSpPr>
            <a:cxnSpLocks/>
            <a:stCxn id="4" idx="2"/>
            <a:endCxn id="18" idx="1"/>
          </p:cNvCxnSpPr>
          <p:nvPr/>
        </p:nvCxnSpPr>
        <p:spPr>
          <a:xfrm rot="16200000" flipH="1">
            <a:off x="1663849" y="1467113"/>
            <a:ext cx="623989" cy="148190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4" name="Соединитель: уступ 53">
            <a:extLst>
              <a:ext uri="{FF2B5EF4-FFF2-40B4-BE49-F238E27FC236}">
                <a16:creationId xmlns:a16="http://schemas.microsoft.com/office/drawing/2014/main" id="{73356F01-6CE4-5F50-CB01-5636138FBB79}"/>
              </a:ext>
            </a:extLst>
          </p:cNvPr>
          <p:cNvCxnSpPr>
            <a:cxnSpLocks/>
            <a:stCxn id="4" idx="2"/>
            <a:endCxn id="15" idx="1"/>
          </p:cNvCxnSpPr>
          <p:nvPr/>
        </p:nvCxnSpPr>
        <p:spPr>
          <a:xfrm rot="16200000" flipH="1">
            <a:off x="616831" y="2514131"/>
            <a:ext cx="2737203" cy="167368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8" name="Соединитель: уступ 57">
            <a:extLst>
              <a:ext uri="{FF2B5EF4-FFF2-40B4-BE49-F238E27FC236}">
                <a16:creationId xmlns:a16="http://schemas.microsoft.com/office/drawing/2014/main" id="{11F75045-8076-CCEA-D78A-EF8D403A1C5B}"/>
              </a:ext>
            </a:extLst>
          </p:cNvPr>
          <p:cNvCxnSpPr>
            <a:cxnSpLocks/>
            <a:stCxn id="4" idx="2"/>
            <a:endCxn id="17" idx="1"/>
          </p:cNvCxnSpPr>
          <p:nvPr/>
        </p:nvCxnSpPr>
        <p:spPr>
          <a:xfrm rot="16200000" flipH="1">
            <a:off x="880592" y="2250370"/>
            <a:ext cx="2202060" cy="159748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3" name="Соединитель: уступ 62">
            <a:extLst>
              <a:ext uri="{FF2B5EF4-FFF2-40B4-BE49-F238E27FC236}">
                <a16:creationId xmlns:a16="http://schemas.microsoft.com/office/drawing/2014/main" id="{17F260C7-5F41-D600-6446-3C446CDA7231}"/>
              </a:ext>
            </a:extLst>
          </p:cNvPr>
          <p:cNvCxnSpPr>
            <a:cxnSpLocks/>
            <a:stCxn id="4" idx="2"/>
            <a:endCxn id="21" idx="1"/>
          </p:cNvCxnSpPr>
          <p:nvPr/>
        </p:nvCxnSpPr>
        <p:spPr>
          <a:xfrm rot="16200000" flipH="1">
            <a:off x="1366900" y="1764062"/>
            <a:ext cx="1229444" cy="159748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780588C2-B20E-255F-B01C-6044A48D1F5F}"/>
              </a:ext>
            </a:extLst>
          </p:cNvPr>
          <p:cNvSpPr txBox="1"/>
          <p:nvPr/>
        </p:nvSpPr>
        <p:spPr>
          <a:xfrm>
            <a:off x="2068623" y="4290885"/>
            <a:ext cx="545306" cy="36933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9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взво­д связи</a:t>
            </a:r>
            <a:endParaRPr lang="ru-RU" sz="9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73" name="Соединитель: уступ 72">
            <a:extLst>
              <a:ext uri="{FF2B5EF4-FFF2-40B4-BE49-F238E27FC236}">
                <a16:creationId xmlns:a16="http://schemas.microsoft.com/office/drawing/2014/main" id="{76881931-643A-6E28-635E-6F642AC7B71A}"/>
              </a:ext>
            </a:extLst>
          </p:cNvPr>
          <p:cNvCxnSpPr>
            <a:cxnSpLocks/>
            <a:stCxn id="4" idx="2"/>
            <a:endCxn id="72" idx="1"/>
          </p:cNvCxnSpPr>
          <p:nvPr/>
        </p:nvCxnSpPr>
        <p:spPr>
          <a:xfrm rot="16200000" flipH="1">
            <a:off x="362017" y="2768944"/>
            <a:ext cx="3246337" cy="166875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DD7F7CDB-3AE0-612B-A98B-93FFADCCFD16}"/>
              </a:ext>
            </a:extLst>
          </p:cNvPr>
          <p:cNvSpPr txBox="1"/>
          <p:nvPr/>
        </p:nvSpPr>
        <p:spPr>
          <a:xfrm>
            <a:off x="3982429" y="1569013"/>
            <a:ext cx="918728" cy="2462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управление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47" name="Группа 46">
            <a:extLst>
              <a:ext uri="{FF2B5EF4-FFF2-40B4-BE49-F238E27FC236}">
                <a16:creationId xmlns:a16="http://schemas.microsoft.com/office/drawing/2014/main" id="{30109A61-9746-71BE-4D2D-C13F7EA0B9F2}"/>
              </a:ext>
            </a:extLst>
          </p:cNvPr>
          <p:cNvGrpSpPr/>
          <p:nvPr/>
        </p:nvGrpSpPr>
        <p:grpSpPr>
          <a:xfrm>
            <a:off x="5154227" y="1558748"/>
            <a:ext cx="946133" cy="278140"/>
            <a:chOff x="6716528" y="3207053"/>
            <a:chExt cx="946133" cy="278140"/>
          </a:xfrm>
          <a:solidFill>
            <a:schemeClr val="bg1"/>
          </a:solidFill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509283D8-E635-B28B-2FC8-6D82DB415BCC}"/>
                </a:ext>
              </a:extLst>
            </p:cNvPr>
            <p:cNvSpPr txBox="1"/>
            <p:nvPr/>
          </p:nvSpPr>
          <p:spPr>
            <a:xfrm>
              <a:off x="6743933" y="3207053"/>
              <a:ext cx="918728" cy="246221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8130D57-28FA-AEB8-34A4-DFFE825ED6C2}"/>
                </a:ext>
              </a:extLst>
            </p:cNvPr>
            <p:cNvSpPr txBox="1"/>
            <p:nvPr/>
          </p:nvSpPr>
          <p:spPr>
            <a:xfrm>
              <a:off x="6716528" y="3238972"/>
              <a:ext cx="918728" cy="246221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в</a:t>
              </a:r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звод </a:t>
              </a:r>
              <a:r>
                <a:rPr lang="en-US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x2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48" name="Группа 47">
            <a:extLst>
              <a:ext uri="{FF2B5EF4-FFF2-40B4-BE49-F238E27FC236}">
                <a16:creationId xmlns:a16="http://schemas.microsoft.com/office/drawing/2014/main" id="{F82EFBCB-17EC-5E51-1C89-2E0BEC13C0BE}"/>
              </a:ext>
            </a:extLst>
          </p:cNvPr>
          <p:cNvGrpSpPr/>
          <p:nvPr/>
        </p:nvGrpSpPr>
        <p:grpSpPr>
          <a:xfrm>
            <a:off x="6235523" y="1552379"/>
            <a:ext cx="958833" cy="432029"/>
            <a:chOff x="6703828" y="3507686"/>
            <a:chExt cx="958833" cy="432029"/>
          </a:xfrm>
          <a:solidFill>
            <a:schemeClr val="bg1"/>
          </a:solidFill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E39347D4-04E3-5525-2DBE-EB017E2E848A}"/>
                </a:ext>
              </a:extLst>
            </p:cNvPr>
            <p:cNvSpPr txBox="1"/>
            <p:nvPr/>
          </p:nvSpPr>
          <p:spPr>
            <a:xfrm>
              <a:off x="6743933" y="3507686"/>
              <a:ext cx="918728" cy="40011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120-мм миномет х3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85E37BF-6CA9-F454-B24A-EEEEA0BFED90}"/>
                </a:ext>
              </a:extLst>
            </p:cNvPr>
            <p:cNvSpPr txBox="1"/>
            <p:nvPr/>
          </p:nvSpPr>
          <p:spPr>
            <a:xfrm>
              <a:off x="6703828" y="3539605"/>
              <a:ext cx="918728" cy="40011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120-мм миномет х3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51" name="Соединитель: уступ 50">
            <a:extLst>
              <a:ext uri="{FF2B5EF4-FFF2-40B4-BE49-F238E27FC236}">
                <a16:creationId xmlns:a16="http://schemas.microsoft.com/office/drawing/2014/main" id="{CD2B8651-68E2-4557-360B-593915A048F7}"/>
              </a:ext>
            </a:extLst>
          </p:cNvPr>
          <p:cNvCxnSpPr>
            <a:cxnSpLocks/>
            <a:stCxn id="14" idx="2"/>
            <a:endCxn id="27" idx="0"/>
          </p:cNvCxnSpPr>
          <p:nvPr/>
        </p:nvCxnSpPr>
        <p:spPr>
          <a:xfrm rot="5400000">
            <a:off x="4962728" y="700787"/>
            <a:ext cx="347291" cy="1389160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57" name="Соединитель: уступ 56">
            <a:extLst>
              <a:ext uri="{FF2B5EF4-FFF2-40B4-BE49-F238E27FC236}">
                <a16:creationId xmlns:a16="http://schemas.microsoft.com/office/drawing/2014/main" id="{EF5A5246-B005-0663-722A-CF7E1C097DF5}"/>
              </a:ext>
            </a:extLst>
          </p:cNvPr>
          <p:cNvCxnSpPr>
            <a:cxnSpLocks/>
            <a:stCxn id="14" idx="2"/>
            <a:endCxn id="40" idx="0"/>
          </p:cNvCxnSpPr>
          <p:nvPr/>
        </p:nvCxnSpPr>
        <p:spPr>
          <a:xfrm rot="16200000" flipH="1">
            <a:off x="6117644" y="935030"/>
            <a:ext cx="330657" cy="904039"/>
          </a:xfrm>
          <a:prstGeom prst="bentConnector3">
            <a:avLst>
              <a:gd name="adj1" fmla="val 52881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4586318-E585-2BB3-51AD-8D660EB36A7F}"/>
              </a:ext>
            </a:extLst>
          </p:cNvPr>
          <p:cNvSpPr txBox="1"/>
          <p:nvPr/>
        </p:nvSpPr>
        <p:spPr>
          <a:xfrm>
            <a:off x="6210620" y="2505031"/>
            <a:ext cx="1231581" cy="70788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отделение станковых противо­танковых гранатометов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85" name="Группа 84">
            <a:extLst>
              <a:ext uri="{FF2B5EF4-FFF2-40B4-BE49-F238E27FC236}">
                <a16:creationId xmlns:a16="http://schemas.microsoft.com/office/drawing/2014/main" id="{4FC3F1FB-793C-046E-AA1C-3097B6918A7B}"/>
              </a:ext>
            </a:extLst>
          </p:cNvPr>
          <p:cNvGrpSpPr/>
          <p:nvPr/>
        </p:nvGrpSpPr>
        <p:grpSpPr>
          <a:xfrm>
            <a:off x="7532265" y="2461389"/>
            <a:ext cx="1310026" cy="751528"/>
            <a:chOff x="7532265" y="2461389"/>
            <a:chExt cx="1310026" cy="751528"/>
          </a:xfrm>
          <a:solidFill>
            <a:schemeClr val="bg1"/>
          </a:solidFill>
        </p:grpSpPr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D444B8B5-F881-FB00-3CC0-B7FB38663409}"/>
                </a:ext>
              </a:extLst>
            </p:cNvPr>
            <p:cNvSpPr txBox="1"/>
            <p:nvPr/>
          </p:nvSpPr>
          <p:spPr>
            <a:xfrm>
              <a:off x="7578536" y="2461389"/>
              <a:ext cx="1263755" cy="707886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отделе­ние противотанковых управляемых ракет х2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DA8D6CD1-ABD1-8DF2-4DF5-A310E4A98977}"/>
                </a:ext>
              </a:extLst>
            </p:cNvPr>
            <p:cNvSpPr txBox="1"/>
            <p:nvPr/>
          </p:nvSpPr>
          <p:spPr>
            <a:xfrm>
              <a:off x="7532265" y="2505031"/>
              <a:ext cx="1263755" cy="707886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отделе­ние противотанковых управляемых ракет х2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13" name="Группа 212">
            <a:extLst>
              <a:ext uri="{FF2B5EF4-FFF2-40B4-BE49-F238E27FC236}">
                <a16:creationId xmlns:a16="http://schemas.microsoft.com/office/drawing/2014/main" id="{92654DFB-5ED4-BAF8-50FD-EF94A158BFF8}"/>
              </a:ext>
            </a:extLst>
          </p:cNvPr>
          <p:cNvGrpSpPr/>
          <p:nvPr/>
        </p:nvGrpSpPr>
        <p:grpSpPr>
          <a:xfrm>
            <a:off x="6253123" y="3349598"/>
            <a:ext cx="1118126" cy="460728"/>
            <a:chOff x="5822307" y="3516779"/>
            <a:chExt cx="1118126" cy="460728"/>
          </a:xfrm>
          <a:solidFill>
            <a:schemeClr val="bg1"/>
          </a:solidFill>
        </p:grpSpPr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5F7A44AA-AD55-0518-A7E1-1D9698FABA2A}"/>
                </a:ext>
              </a:extLst>
            </p:cNvPr>
            <p:cNvSpPr txBox="1"/>
            <p:nvPr/>
          </p:nvSpPr>
          <p:spPr>
            <a:xfrm>
              <a:off x="5858142" y="3516779"/>
              <a:ext cx="1082291" cy="40011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r"/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гранатомет СПГ-9 х2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66B5F49A-C052-FC2D-8327-81C28E82B209}"/>
                </a:ext>
              </a:extLst>
            </p:cNvPr>
            <p:cNvSpPr txBox="1"/>
            <p:nvPr/>
          </p:nvSpPr>
          <p:spPr>
            <a:xfrm>
              <a:off x="5822307" y="3577397"/>
              <a:ext cx="1082291" cy="40011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гранатомет СПГ-9 х2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214" name="Группа 213">
            <a:extLst>
              <a:ext uri="{FF2B5EF4-FFF2-40B4-BE49-F238E27FC236}">
                <a16:creationId xmlns:a16="http://schemas.microsoft.com/office/drawing/2014/main" id="{ADD0F3B8-9885-6C8C-ABB7-B5F3BF6CE19C}"/>
              </a:ext>
            </a:extLst>
          </p:cNvPr>
          <p:cNvGrpSpPr/>
          <p:nvPr/>
        </p:nvGrpSpPr>
        <p:grpSpPr>
          <a:xfrm>
            <a:off x="7485336" y="3429000"/>
            <a:ext cx="1321832" cy="292388"/>
            <a:chOff x="8086693" y="3451563"/>
            <a:chExt cx="1321832" cy="292388"/>
          </a:xfrm>
          <a:solidFill>
            <a:schemeClr val="bg1"/>
          </a:solidFill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6167D17F-A9FF-5CFD-BFA5-12825C0684C5}"/>
                </a:ext>
              </a:extLst>
            </p:cNvPr>
            <p:cNvSpPr txBox="1"/>
            <p:nvPr/>
          </p:nvSpPr>
          <p:spPr>
            <a:xfrm>
              <a:off x="8129319" y="3451563"/>
              <a:ext cx="1279206" cy="246221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ПТУРС х2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116CA3F-92DA-9B6E-F896-D65B1E61D465}"/>
                </a:ext>
              </a:extLst>
            </p:cNvPr>
            <p:cNvSpPr txBox="1"/>
            <p:nvPr/>
          </p:nvSpPr>
          <p:spPr>
            <a:xfrm>
              <a:off x="8086693" y="3497730"/>
              <a:ext cx="1279206" cy="246221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ПТУРС х2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56" name="Соединитель: уступ 55">
            <a:extLst>
              <a:ext uri="{FF2B5EF4-FFF2-40B4-BE49-F238E27FC236}">
                <a16:creationId xmlns:a16="http://schemas.microsoft.com/office/drawing/2014/main" id="{C6689459-B296-F3EE-20F4-9A54A3B6F63C}"/>
              </a:ext>
            </a:extLst>
          </p:cNvPr>
          <p:cNvCxnSpPr>
            <a:cxnSpLocks/>
            <a:stCxn id="16" idx="2"/>
            <a:endCxn id="35" idx="0"/>
          </p:cNvCxnSpPr>
          <p:nvPr/>
        </p:nvCxnSpPr>
        <p:spPr>
          <a:xfrm rot="5400000">
            <a:off x="6456535" y="1589993"/>
            <a:ext cx="1284915" cy="545161"/>
          </a:xfrm>
          <a:prstGeom prst="bentConnector3">
            <a:avLst>
              <a:gd name="adj1" fmla="val 7471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9" name="Соединитель: уступ 68">
            <a:extLst>
              <a:ext uri="{FF2B5EF4-FFF2-40B4-BE49-F238E27FC236}">
                <a16:creationId xmlns:a16="http://schemas.microsoft.com/office/drawing/2014/main" id="{9CEEF649-5FEB-29D7-4AF6-BFB5DA52D5F1}"/>
              </a:ext>
            </a:extLst>
          </p:cNvPr>
          <p:cNvCxnSpPr>
            <a:cxnSpLocks/>
            <a:stCxn id="16" idx="2"/>
            <a:endCxn id="82" idx="0"/>
          </p:cNvCxnSpPr>
          <p:nvPr/>
        </p:nvCxnSpPr>
        <p:spPr>
          <a:xfrm rot="16200000" flipH="1">
            <a:off x="7170357" y="1421331"/>
            <a:ext cx="1241273" cy="838842"/>
          </a:xfrm>
          <a:prstGeom prst="bentConnector3">
            <a:avLst>
              <a:gd name="adj1" fmla="val 77241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959670FA-E891-98B0-4AA4-D453B00F0648}"/>
              </a:ext>
            </a:extLst>
          </p:cNvPr>
          <p:cNvSpPr txBox="1"/>
          <p:nvPr/>
        </p:nvSpPr>
        <p:spPr>
          <a:xfrm>
            <a:off x="9171692" y="1685787"/>
            <a:ext cx="962660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командир отде­ления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8803AAE-71D5-9866-DCD7-6B418DB1A868}"/>
              </a:ext>
            </a:extLst>
          </p:cNvPr>
          <p:cNvSpPr txBox="1"/>
          <p:nvPr/>
        </p:nvSpPr>
        <p:spPr>
          <a:xfrm>
            <a:off x="9171692" y="2198173"/>
            <a:ext cx="962660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водитель-автослесарь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CEC1FC35-50B4-985A-7E3F-E49D2B10BB0E}"/>
              </a:ext>
            </a:extLst>
          </p:cNvPr>
          <p:cNvSpPr txBox="1"/>
          <p:nvPr/>
        </p:nvSpPr>
        <p:spPr>
          <a:xfrm>
            <a:off x="9182041" y="2703923"/>
            <a:ext cx="962660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старший механик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71" name="Соединитель: уступ 70">
            <a:extLst>
              <a:ext uri="{FF2B5EF4-FFF2-40B4-BE49-F238E27FC236}">
                <a16:creationId xmlns:a16="http://schemas.microsoft.com/office/drawing/2014/main" id="{BC7A7589-E95B-8B5F-27D9-C0A8E6E60301}"/>
              </a:ext>
            </a:extLst>
          </p:cNvPr>
          <p:cNvCxnSpPr>
            <a:cxnSpLocks/>
            <a:stCxn id="20" idx="2"/>
            <a:endCxn id="59" idx="1"/>
          </p:cNvCxnSpPr>
          <p:nvPr/>
        </p:nvCxnSpPr>
        <p:spPr>
          <a:xfrm rot="16200000" flipH="1">
            <a:off x="8897191" y="1611341"/>
            <a:ext cx="333462" cy="215540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78" name="Соединитель: уступ 77">
            <a:extLst>
              <a:ext uri="{FF2B5EF4-FFF2-40B4-BE49-F238E27FC236}">
                <a16:creationId xmlns:a16="http://schemas.microsoft.com/office/drawing/2014/main" id="{5B99A590-4C18-1A4D-FFEB-1B031C8912BC}"/>
              </a:ext>
            </a:extLst>
          </p:cNvPr>
          <p:cNvCxnSpPr>
            <a:cxnSpLocks/>
            <a:stCxn id="20" idx="2"/>
            <a:endCxn id="60" idx="1"/>
          </p:cNvCxnSpPr>
          <p:nvPr/>
        </p:nvCxnSpPr>
        <p:spPr>
          <a:xfrm rot="16200000" flipH="1">
            <a:off x="8640998" y="1867534"/>
            <a:ext cx="845848" cy="215540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1" name="Соединитель: уступ 80">
            <a:extLst>
              <a:ext uri="{FF2B5EF4-FFF2-40B4-BE49-F238E27FC236}">
                <a16:creationId xmlns:a16="http://schemas.microsoft.com/office/drawing/2014/main" id="{5435782D-D0D9-8822-1AB0-5947E0288C65}"/>
              </a:ext>
            </a:extLst>
          </p:cNvPr>
          <p:cNvCxnSpPr>
            <a:cxnSpLocks/>
            <a:stCxn id="20" idx="2"/>
            <a:endCxn id="65" idx="1"/>
          </p:cNvCxnSpPr>
          <p:nvPr/>
        </p:nvCxnSpPr>
        <p:spPr>
          <a:xfrm rot="16200000" flipH="1">
            <a:off x="8393297" y="2115234"/>
            <a:ext cx="1351598" cy="22588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6" name="TextBox 85">
            <a:extLst>
              <a:ext uri="{FF2B5EF4-FFF2-40B4-BE49-F238E27FC236}">
                <a16:creationId xmlns:a16="http://schemas.microsoft.com/office/drawing/2014/main" id="{6A303C93-6069-C063-46BD-4257869F6718}"/>
              </a:ext>
            </a:extLst>
          </p:cNvPr>
          <p:cNvSpPr txBox="1"/>
          <p:nvPr/>
        </p:nvSpPr>
        <p:spPr>
          <a:xfrm>
            <a:off x="10404170" y="2071471"/>
            <a:ext cx="861780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командир взвода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3597B5C6-0CF2-1C6B-C6A0-1E9CFE1BF03F}"/>
              </a:ext>
            </a:extLst>
          </p:cNvPr>
          <p:cNvSpPr txBox="1"/>
          <p:nvPr/>
        </p:nvSpPr>
        <p:spPr>
          <a:xfrm>
            <a:off x="10404170" y="2598448"/>
            <a:ext cx="898778" cy="55399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командира взвода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81A677E-FC53-8D81-7611-4A6C5D2A6336}"/>
              </a:ext>
            </a:extLst>
          </p:cNvPr>
          <p:cNvSpPr txBox="1"/>
          <p:nvPr/>
        </p:nvSpPr>
        <p:spPr>
          <a:xfrm>
            <a:off x="10404170" y="3278422"/>
            <a:ext cx="1040137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хозяйственная часть 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5A23804-2ABA-A382-92E6-8428B013333D}"/>
              </a:ext>
            </a:extLst>
          </p:cNvPr>
          <p:cNvSpPr txBox="1"/>
          <p:nvPr/>
        </p:nvSpPr>
        <p:spPr>
          <a:xfrm>
            <a:off x="9532904" y="3884054"/>
            <a:ext cx="1330426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ав­тотранспортное отделение 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90" name="Соединитель: уступ 89">
            <a:extLst>
              <a:ext uri="{FF2B5EF4-FFF2-40B4-BE49-F238E27FC236}">
                <a16:creationId xmlns:a16="http://schemas.microsoft.com/office/drawing/2014/main" id="{D3207ABC-733E-804D-B90F-5683C801B339}"/>
              </a:ext>
            </a:extLst>
          </p:cNvPr>
          <p:cNvCxnSpPr>
            <a:cxnSpLocks/>
            <a:stCxn id="22" idx="2"/>
            <a:endCxn id="86" idx="1"/>
          </p:cNvCxnSpPr>
          <p:nvPr/>
        </p:nvCxnSpPr>
        <p:spPr>
          <a:xfrm rot="16200000" flipH="1">
            <a:off x="9952750" y="1820105"/>
            <a:ext cx="699321" cy="20351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3" name="Соединитель: уступ 92">
            <a:extLst>
              <a:ext uri="{FF2B5EF4-FFF2-40B4-BE49-F238E27FC236}">
                <a16:creationId xmlns:a16="http://schemas.microsoft.com/office/drawing/2014/main" id="{9B5FC067-2F7B-D0A2-C59B-2DAFDBB0E59E}"/>
              </a:ext>
            </a:extLst>
          </p:cNvPr>
          <p:cNvCxnSpPr>
            <a:cxnSpLocks/>
            <a:stCxn id="22" idx="2"/>
            <a:endCxn id="87" idx="1"/>
          </p:cNvCxnSpPr>
          <p:nvPr/>
        </p:nvCxnSpPr>
        <p:spPr>
          <a:xfrm rot="16200000" flipH="1">
            <a:off x="9650789" y="2122066"/>
            <a:ext cx="1303242" cy="20351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6" name="Соединитель: уступ 95">
            <a:extLst>
              <a:ext uri="{FF2B5EF4-FFF2-40B4-BE49-F238E27FC236}">
                <a16:creationId xmlns:a16="http://schemas.microsoft.com/office/drawing/2014/main" id="{81880272-893D-6946-63B3-A239B871C29B}"/>
              </a:ext>
            </a:extLst>
          </p:cNvPr>
          <p:cNvCxnSpPr>
            <a:cxnSpLocks/>
            <a:stCxn id="22" idx="2"/>
            <a:endCxn id="88" idx="1"/>
          </p:cNvCxnSpPr>
          <p:nvPr/>
        </p:nvCxnSpPr>
        <p:spPr>
          <a:xfrm rot="16200000" flipH="1">
            <a:off x="9349274" y="2423581"/>
            <a:ext cx="1906272" cy="20351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9" name="Соединитель: уступ 98">
            <a:extLst>
              <a:ext uri="{FF2B5EF4-FFF2-40B4-BE49-F238E27FC236}">
                <a16:creationId xmlns:a16="http://schemas.microsoft.com/office/drawing/2014/main" id="{76E69C2A-266B-FD49-4130-9E7D40283DA6}"/>
              </a:ext>
            </a:extLst>
          </p:cNvPr>
          <p:cNvCxnSpPr>
            <a:cxnSpLocks/>
            <a:stCxn id="22" idx="2"/>
            <a:endCxn id="89" idx="0"/>
          </p:cNvCxnSpPr>
          <p:nvPr/>
        </p:nvCxnSpPr>
        <p:spPr>
          <a:xfrm rot="5400000">
            <a:off x="9043460" y="2726862"/>
            <a:ext cx="2311849" cy="253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B43D57E5-DDD9-8693-8404-CDD945B70978}"/>
              </a:ext>
            </a:extLst>
          </p:cNvPr>
          <p:cNvSpPr txBox="1"/>
          <p:nvPr/>
        </p:nvSpPr>
        <p:spPr>
          <a:xfrm>
            <a:off x="9936368" y="4605114"/>
            <a:ext cx="990108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начальник пункта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1E40919-7C61-569A-1F31-42DDFB0D2271}"/>
              </a:ext>
            </a:extLst>
          </p:cNvPr>
          <p:cNvSpPr txBox="1"/>
          <p:nvPr/>
        </p:nvSpPr>
        <p:spPr>
          <a:xfrm>
            <a:off x="11173798" y="4635877"/>
            <a:ext cx="990108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шофер-санитар 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75" name="Группа 74">
            <a:extLst>
              <a:ext uri="{FF2B5EF4-FFF2-40B4-BE49-F238E27FC236}">
                <a16:creationId xmlns:a16="http://schemas.microsoft.com/office/drawing/2014/main" id="{870C18B4-BB0A-32C3-D8A9-7384721073B7}"/>
              </a:ext>
            </a:extLst>
          </p:cNvPr>
          <p:cNvGrpSpPr/>
          <p:nvPr/>
        </p:nvGrpSpPr>
        <p:grpSpPr>
          <a:xfrm>
            <a:off x="10521900" y="5351574"/>
            <a:ext cx="1040908" cy="292852"/>
            <a:chOff x="10521900" y="5351574"/>
            <a:chExt cx="1040908" cy="292852"/>
          </a:xfrm>
          <a:solidFill>
            <a:schemeClr val="bg1"/>
          </a:solidFill>
        </p:grpSpPr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75404DE2-9BAB-1A30-526C-25AB259A8ED9}"/>
                </a:ext>
              </a:extLst>
            </p:cNvPr>
            <p:cNvSpPr txBox="1"/>
            <p:nvPr/>
          </p:nvSpPr>
          <p:spPr>
            <a:xfrm>
              <a:off x="10572700" y="5351574"/>
              <a:ext cx="990108" cy="246221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с</a:t>
              </a:r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анитар</a:t>
              </a:r>
              <a:r>
                <a:rPr lang="en-US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 </a:t>
              </a:r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ECA9C94-28B8-3F2A-E0ED-324DDDB7F1B5}"/>
                </a:ext>
              </a:extLst>
            </p:cNvPr>
            <p:cNvSpPr txBox="1"/>
            <p:nvPr/>
          </p:nvSpPr>
          <p:spPr>
            <a:xfrm>
              <a:off x="10521900" y="5398205"/>
              <a:ext cx="990108" cy="246221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с</a:t>
              </a:r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анитар</a:t>
              </a:r>
              <a:r>
                <a:rPr lang="en-US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 </a:t>
              </a:r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х2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76" name="Соединитель: уступ 75">
            <a:extLst>
              <a:ext uri="{FF2B5EF4-FFF2-40B4-BE49-F238E27FC236}">
                <a16:creationId xmlns:a16="http://schemas.microsoft.com/office/drawing/2014/main" id="{7E33EC68-67D9-019F-F8EF-289F3E21F047}"/>
              </a:ext>
            </a:extLst>
          </p:cNvPr>
          <p:cNvCxnSpPr>
            <a:cxnSpLocks/>
            <a:stCxn id="24" idx="2"/>
            <a:endCxn id="67" idx="0"/>
          </p:cNvCxnSpPr>
          <p:nvPr/>
        </p:nvCxnSpPr>
        <p:spPr>
          <a:xfrm rot="16200000" flipH="1">
            <a:off x="10050414" y="3017439"/>
            <a:ext cx="3077128" cy="159747"/>
          </a:xfrm>
          <a:prstGeom prst="bentConnector3">
            <a:avLst>
              <a:gd name="adj1" fmla="val 9251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83" name="Соединитель: уступ 82">
            <a:extLst>
              <a:ext uri="{FF2B5EF4-FFF2-40B4-BE49-F238E27FC236}">
                <a16:creationId xmlns:a16="http://schemas.microsoft.com/office/drawing/2014/main" id="{232F94AD-0028-22E4-A935-1BFADAA51E1E}"/>
              </a:ext>
            </a:extLst>
          </p:cNvPr>
          <p:cNvCxnSpPr>
            <a:cxnSpLocks/>
            <a:stCxn id="24" idx="2"/>
            <a:endCxn id="66" idx="0"/>
          </p:cNvCxnSpPr>
          <p:nvPr/>
        </p:nvCxnSpPr>
        <p:spPr>
          <a:xfrm rot="5400000">
            <a:off x="9447082" y="2543090"/>
            <a:ext cx="3046365" cy="1077683"/>
          </a:xfrm>
          <a:prstGeom prst="bentConnector3">
            <a:avLst>
              <a:gd name="adj1" fmla="val 93357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8" name="Соединитель: уступ 97">
            <a:extLst>
              <a:ext uri="{FF2B5EF4-FFF2-40B4-BE49-F238E27FC236}">
                <a16:creationId xmlns:a16="http://schemas.microsoft.com/office/drawing/2014/main" id="{4A09E17A-40A5-ADBB-7376-878322C4F56A}"/>
              </a:ext>
            </a:extLst>
          </p:cNvPr>
          <p:cNvCxnSpPr>
            <a:cxnSpLocks/>
            <a:stCxn id="24" idx="2"/>
            <a:endCxn id="70" idx="0"/>
          </p:cNvCxnSpPr>
          <p:nvPr/>
        </p:nvCxnSpPr>
        <p:spPr>
          <a:xfrm rot="5400000">
            <a:off x="9392018" y="3234486"/>
            <a:ext cx="3792825" cy="441351"/>
          </a:xfrm>
          <a:prstGeom prst="bentConnector3">
            <a:avLst>
              <a:gd name="adj1" fmla="val 75061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6E1A70A3-AEBF-2591-2605-41F4C89625D1}"/>
              </a:ext>
            </a:extLst>
          </p:cNvPr>
          <p:cNvSpPr txBox="1"/>
          <p:nvPr/>
        </p:nvSpPr>
        <p:spPr>
          <a:xfrm>
            <a:off x="3308221" y="4752549"/>
            <a:ext cx="1106162" cy="27699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2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управление</a:t>
            </a:r>
            <a:endParaRPr lang="ru-RU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387EB87-DA26-6B0A-E208-E7D695B14960}"/>
              </a:ext>
            </a:extLst>
          </p:cNvPr>
          <p:cNvSpPr txBox="1"/>
          <p:nvPr/>
        </p:nvSpPr>
        <p:spPr>
          <a:xfrm>
            <a:off x="4516595" y="4660217"/>
            <a:ext cx="1012600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2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пулеметное отде­лени</a:t>
            </a:r>
            <a:r>
              <a:rPr lang="ru-RU" sz="12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е</a:t>
            </a:r>
            <a:r>
              <a:rPr lang="ru-RU" sz="12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endParaRPr lang="ru-RU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30B4F14-97B3-0B51-D7D5-35DF3E7478C3}"/>
              </a:ext>
            </a:extLst>
          </p:cNvPr>
          <p:cNvSpPr txBox="1"/>
          <p:nvPr/>
        </p:nvSpPr>
        <p:spPr>
          <a:xfrm>
            <a:off x="5726484" y="4703450"/>
            <a:ext cx="1370904" cy="46166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2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мотострелковый взвод х3</a:t>
            </a:r>
            <a:endParaRPr lang="ru-RU" sz="12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08" name="Соединитель: уступ 107">
            <a:extLst>
              <a:ext uri="{FF2B5EF4-FFF2-40B4-BE49-F238E27FC236}">
                <a16:creationId xmlns:a16="http://schemas.microsoft.com/office/drawing/2014/main" id="{696BBFAF-05B1-08BD-C780-48D629BDE430}"/>
              </a:ext>
            </a:extLst>
          </p:cNvPr>
          <p:cNvCxnSpPr>
            <a:cxnSpLocks/>
            <a:stCxn id="6" idx="2"/>
            <a:endCxn id="105" idx="0"/>
          </p:cNvCxnSpPr>
          <p:nvPr/>
        </p:nvCxnSpPr>
        <p:spPr>
          <a:xfrm rot="16200000" flipH="1">
            <a:off x="2438102" y="2075423"/>
            <a:ext cx="3360921" cy="1808666"/>
          </a:xfrm>
          <a:prstGeom prst="bentConnector3">
            <a:avLst>
              <a:gd name="adj1" fmla="val 2421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2" name="Соединитель: уступ 111">
            <a:extLst>
              <a:ext uri="{FF2B5EF4-FFF2-40B4-BE49-F238E27FC236}">
                <a16:creationId xmlns:a16="http://schemas.microsoft.com/office/drawing/2014/main" id="{85FE0118-598B-76AA-0DD4-FACB8B3DF3FC}"/>
              </a:ext>
            </a:extLst>
          </p:cNvPr>
          <p:cNvCxnSpPr>
            <a:cxnSpLocks/>
          </p:cNvCxnSpPr>
          <p:nvPr/>
        </p:nvCxnSpPr>
        <p:spPr>
          <a:xfrm rot="10800000" flipV="1">
            <a:off x="3861302" y="4228757"/>
            <a:ext cx="1161313" cy="514265"/>
          </a:xfrm>
          <a:prstGeom prst="bentConnector3">
            <a:avLst>
              <a:gd name="adj1" fmla="val 100349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8" name="Соединитель: уступ 117">
            <a:extLst>
              <a:ext uri="{FF2B5EF4-FFF2-40B4-BE49-F238E27FC236}">
                <a16:creationId xmlns:a16="http://schemas.microsoft.com/office/drawing/2014/main" id="{728FF184-16C7-FAEA-008B-23EB7DFBFB6B}"/>
              </a:ext>
            </a:extLst>
          </p:cNvPr>
          <p:cNvCxnSpPr>
            <a:cxnSpLocks/>
            <a:endCxn id="107" idx="0"/>
          </p:cNvCxnSpPr>
          <p:nvPr/>
        </p:nvCxnSpPr>
        <p:spPr>
          <a:xfrm>
            <a:off x="5022614" y="4228758"/>
            <a:ext cx="1455126" cy="395311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3" name="TextBox 122">
            <a:extLst>
              <a:ext uri="{FF2B5EF4-FFF2-40B4-BE49-F238E27FC236}">
                <a16:creationId xmlns:a16="http://schemas.microsoft.com/office/drawing/2014/main" id="{F1BC0A1E-4F8F-7171-E2EB-B7789DEAE24A}"/>
              </a:ext>
            </a:extLst>
          </p:cNvPr>
          <p:cNvSpPr txBox="1"/>
          <p:nvPr/>
        </p:nvSpPr>
        <p:spPr>
          <a:xfrm>
            <a:off x="2299249" y="5228463"/>
            <a:ext cx="1126575" cy="2462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командир роты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96398242-C829-9426-638B-ED6621D7DCA3}"/>
              </a:ext>
            </a:extLst>
          </p:cNvPr>
          <p:cNvSpPr txBox="1"/>
          <p:nvPr/>
        </p:nvSpPr>
        <p:spPr>
          <a:xfrm>
            <a:off x="2307271" y="5532169"/>
            <a:ext cx="1126575" cy="55399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заме­ститель по политической части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35BFD8E6-392C-B950-02D2-EA6841BC0A81}"/>
              </a:ext>
            </a:extLst>
          </p:cNvPr>
          <p:cNvSpPr txBox="1"/>
          <p:nvPr/>
        </p:nvSpPr>
        <p:spPr>
          <a:xfrm>
            <a:off x="2301508" y="6144861"/>
            <a:ext cx="1126575" cy="2462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старшина роты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26" name="Соединитель: уступ 125">
            <a:extLst>
              <a:ext uri="{FF2B5EF4-FFF2-40B4-BE49-F238E27FC236}">
                <a16:creationId xmlns:a16="http://schemas.microsoft.com/office/drawing/2014/main" id="{399B5772-3890-FC11-2EA3-14198EA80AA7}"/>
              </a:ext>
            </a:extLst>
          </p:cNvPr>
          <p:cNvCxnSpPr>
            <a:cxnSpLocks/>
            <a:stCxn id="104" idx="2"/>
            <a:endCxn id="123" idx="3"/>
          </p:cNvCxnSpPr>
          <p:nvPr/>
        </p:nvCxnSpPr>
        <p:spPr>
          <a:xfrm rot="5400000">
            <a:off x="3482550" y="4972822"/>
            <a:ext cx="322026" cy="435478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9" name="Соединитель: уступ 128">
            <a:extLst>
              <a:ext uri="{FF2B5EF4-FFF2-40B4-BE49-F238E27FC236}">
                <a16:creationId xmlns:a16="http://schemas.microsoft.com/office/drawing/2014/main" id="{8DDF1B9D-6E7E-27FE-B329-E41F57993992}"/>
              </a:ext>
            </a:extLst>
          </p:cNvPr>
          <p:cNvCxnSpPr>
            <a:cxnSpLocks/>
            <a:stCxn id="104" idx="2"/>
            <a:endCxn id="124" idx="3"/>
          </p:cNvCxnSpPr>
          <p:nvPr/>
        </p:nvCxnSpPr>
        <p:spPr>
          <a:xfrm rot="5400000">
            <a:off x="3257764" y="5205630"/>
            <a:ext cx="779620" cy="427456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2" name="Соединитель: уступ 131">
            <a:extLst>
              <a:ext uri="{FF2B5EF4-FFF2-40B4-BE49-F238E27FC236}">
                <a16:creationId xmlns:a16="http://schemas.microsoft.com/office/drawing/2014/main" id="{620A383D-2AB6-4501-6E95-1B4570BD9D63}"/>
              </a:ext>
            </a:extLst>
          </p:cNvPr>
          <p:cNvCxnSpPr>
            <a:cxnSpLocks/>
            <a:stCxn id="104" idx="2"/>
            <a:endCxn id="125" idx="3"/>
          </p:cNvCxnSpPr>
          <p:nvPr/>
        </p:nvCxnSpPr>
        <p:spPr>
          <a:xfrm rot="5400000">
            <a:off x="3025481" y="5432151"/>
            <a:ext cx="1238424" cy="43321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5" name="TextBox 134">
            <a:extLst>
              <a:ext uri="{FF2B5EF4-FFF2-40B4-BE49-F238E27FC236}">
                <a16:creationId xmlns:a16="http://schemas.microsoft.com/office/drawing/2014/main" id="{E302C267-1594-A844-4064-6EEC8CAD37F5}"/>
              </a:ext>
            </a:extLst>
          </p:cNvPr>
          <p:cNvSpPr txBox="1"/>
          <p:nvPr/>
        </p:nvSpPr>
        <p:spPr>
          <a:xfrm>
            <a:off x="5557149" y="5885816"/>
            <a:ext cx="646449" cy="30777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7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командира отделения</a:t>
            </a:r>
            <a:endParaRPr lang="ru-RU" sz="7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6" name="TextBox 135">
            <a:extLst>
              <a:ext uri="{FF2B5EF4-FFF2-40B4-BE49-F238E27FC236}">
                <a16:creationId xmlns:a16="http://schemas.microsoft.com/office/drawing/2014/main" id="{29DA5076-3B24-63D7-79D5-B85E695F5FD4}"/>
              </a:ext>
            </a:extLst>
          </p:cNvPr>
          <p:cNvSpPr txBox="1"/>
          <p:nvPr/>
        </p:nvSpPr>
        <p:spPr>
          <a:xfrm>
            <a:off x="3904776" y="5827437"/>
            <a:ext cx="619599" cy="41549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7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водителя бронетранспортера </a:t>
            </a:r>
            <a:endParaRPr lang="ru-RU" sz="7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7" name="TextBox 136">
            <a:extLst>
              <a:ext uri="{FF2B5EF4-FFF2-40B4-BE49-F238E27FC236}">
                <a16:creationId xmlns:a16="http://schemas.microsoft.com/office/drawing/2014/main" id="{FFF517CD-0220-E02E-2C75-4A8000D09797}"/>
              </a:ext>
            </a:extLst>
          </p:cNvPr>
          <p:cNvSpPr txBox="1"/>
          <p:nvPr/>
        </p:nvSpPr>
        <p:spPr>
          <a:xfrm>
            <a:off x="4571738" y="5903283"/>
            <a:ext cx="918728" cy="30777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7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пуле­метный расчет</a:t>
            </a:r>
            <a:r>
              <a:rPr lang="en-US" sz="7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ru-RU" sz="700" kern="0" dirty="0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х</a:t>
            </a:r>
            <a:r>
              <a:rPr lang="en-US" sz="7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2</a:t>
            </a:r>
            <a:endParaRPr lang="ru-RU" sz="7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138" name="Соединитель: уступ 137">
            <a:extLst>
              <a:ext uri="{FF2B5EF4-FFF2-40B4-BE49-F238E27FC236}">
                <a16:creationId xmlns:a16="http://schemas.microsoft.com/office/drawing/2014/main" id="{272FCA02-B1A4-83E0-CCE1-8E20F043E01A}"/>
              </a:ext>
            </a:extLst>
          </p:cNvPr>
          <p:cNvCxnSpPr>
            <a:cxnSpLocks/>
            <a:stCxn id="105" idx="2"/>
            <a:endCxn id="136" idx="0"/>
          </p:cNvCxnSpPr>
          <p:nvPr/>
        </p:nvCxnSpPr>
        <p:spPr>
          <a:xfrm rot="5400000">
            <a:off x="4265959" y="5070500"/>
            <a:ext cx="705555" cy="808319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1" name="Соединитель: уступ 140">
            <a:extLst>
              <a:ext uri="{FF2B5EF4-FFF2-40B4-BE49-F238E27FC236}">
                <a16:creationId xmlns:a16="http://schemas.microsoft.com/office/drawing/2014/main" id="{024FE346-EE2D-882E-9011-15466B921D44}"/>
              </a:ext>
            </a:extLst>
          </p:cNvPr>
          <p:cNvCxnSpPr>
            <a:cxnSpLocks/>
            <a:stCxn id="105" idx="2"/>
            <a:endCxn id="135" idx="0"/>
          </p:cNvCxnSpPr>
          <p:nvPr/>
        </p:nvCxnSpPr>
        <p:spPr>
          <a:xfrm rot="16200000" flipH="1">
            <a:off x="5069667" y="5075109"/>
            <a:ext cx="763934" cy="857479"/>
          </a:xfrm>
          <a:prstGeom prst="bentConnector3">
            <a:avLst>
              <a:gd name="adj1" fmla="val 45844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95DB5BDF-A85D-10C7-DE97-7A3C5E79A763}"/>
              </a:ext>
            </a:extLst>
          </p:cNvPr>
          <p:cNvSpPr txBox="1"/>
          <p:nvPr/>
        </p:nvSpPr>
        <p:spPr>
          <a:xfrm>
            <a:off x="4140286" y="6568576"/>
            <a:ext cx="612653" cy="184666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6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пулеметчик </a:t>
            </a:r>
            <a:endParaRPr lang="ru-RU" sz="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90CB1CBA-D30E-CF14-776E-9200201010BE}"/>
              </a:ext>
            </a:extLst>
          </p:cNvPr>
          <p:cNvSpPr txBox="1"/>
          <p:nvPr/>
        </p:nvSpPr>
        <p:spPr>
          <a:xfrm>
            <a:off x="5319447" y="6481102"/>
            <a:ext cx="656097" cy="27699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6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помощник пулеметчика</a:t>
            </a:r>
            <a:endParaRPr lang="ru-RU" sz="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84" name="Соединитель: уступ 83">
            <a:extLst>
              <a:ext uri="{FF2B5EF4-FFF2-40B4-BE49-F238E27FC236}">
                <a16:creationId xmlns:a16="http://schemas.microsoft.com/office/drawing/2014/main" id="{CC52E8E8-42C9-3209-CE84-FC3DAD9AA230}"/>
              </a:ext>
            </a:extLst>
          </p:cNvPr>
          <p:cNvCxnSpPr>
            <a:cxnSpLocks/>
            <a:stCxn id="137" idx="2"/>
            <a:endCxn id="80" idx="0"/>
          </p:cNvCxnSpPr>
          <p:nvPr/>
        </p:nvCxnSpPr>
        <p:spPr>
          <a:xfrm rot="16200000" flipH="1">
            <a:off x="5204278" y="6037884"/>
            <a:ext cx="270042" cy="616394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94" name="Соединитель: уступ 93">
            <a:extLst>
              <a:ext uri="{FF2B5EF4-FFF2-40B4-BE49-F238E27FC236}">
                <a16:creationId xmlns:a16="http://schemas.microsoft.com/office/drawing/2014/main" id="{6B7C980C-C1BA-EB61-B673-5E331AD7B345}"/>
              </a:ext>
            </a:extLst>
          </p:cNvPr>
          <p:cNvCxnSpPr>
            <a:cxnSpLocks/>
            <a:stCxn id="137" idx="2"/>
            <a:endCxn id="79" idx="0"/>
          </p:cNvCxnSpPr>
          <p:nvPr/>
        </p:nvCxnSpPr>
        <p:spPr>
          <a:xfrm rot="5400000">
            <a:off x="4560100" y="6097574"/>
            <a:ext cx="357516" cy="584489"/>
          </a:xfrm>
          <a:prstGeom prst="bentConnector3">
            <a:avLst>
              <a:gd name="adj1" fmla="val 36679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1" name="TextBox 90">
            <a:extLst>
              <a:ext uri="{FF2B5EF4-FFF2-40B4-BE49-F238E27FC236}">
                <a16:creationId xmlns:a16="http://schemas.microsoft.com/office/drawing/2014/main" id="{F7E5AD09-E283-E07C-5F55-90E96A772B4C}"/>
              </a:ext>
            </a:extLst>
          </p:cNvPr>
          <p:cNvSpPr txBox="1"/>
          <p:nvPr/>
        </p:nvSpPr>
        <p:spPr>
          <a:xfrm>
            <a:off x="6556748" y="5445679"/>
            <a:ext cx="1084488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командир взвода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5A461A9A-0580-D9FD-99AA-F6E121580A86}"/>
              </a:ext>
            </a:extLst>
          </p:cNvPr>
          <p:cNvSpPr txBox="1"/>
          <p:nvPr/>
        </p:nvSpPr>
        <p:spPr>
          <a:xfrm>
            <a:off x="7692489" y="5437830"/>
            <a:ext cx="1143143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10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заместитель коман­дира </a:t>
            </a:r>
            <a:endParaRPr lang="ru-RU" sz="10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grpSp>
        <p:nvGrpSpPr>
          <p:cNvPr id="102" name="Группа 101">
            <a:extLst>
              <a:ext uri="{FF2B5EF4-FFF2-40B4-BE49-F238E27FC236}">
                <a16:creationId xmlns:a16="http://schemas.microsoft.com/office/drawing/2014/main" id="{842AA660-8AD5-CF97-F427-C96E605B1D67}"/>
              </a:ext>
            </a:extLst>
          </p:cNvPr>
          <p:cNvGrpSpPr/>
          <p:nvPr/>
        </p:nvGrpSpPr>
        <p:grpSpPr>
          <a:xfrm>
            <a:off x="8897801" y="5390222"/>
            <a:ext cx="1223060" cy="438210"/>
            <a:chOff x="8897801" y="5390222"/>
            <a:chExt cx="1223060" cy="438210"/>
          </a:xfrm>
          <a:solidFill>
            <a:schemeClr val="bg1"/>
          </a:solidFill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C32FF648-2A58-F1DB-B752-EDD6A3A310CF}"/>
                </a:ext>
              </a:extLst>
            </p:cNvPr>
            <p:cNvSpPr txBox="1"/>
            <p:nvPr/>
          </p:nvSpPr>
          <p:spPr>
            <a:xfrm>
              <a:off x="8948601" y="5390222"/>
              <a:ext cx="1172260" cy="40011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мотострелковое отделение х3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2235EF5C-0BBB-7548-3776-2DD31F76853D}"/>
                </a:ext>
              </a:extLst>
            </p:cNvPr>
            <p:cNvSpPr txBox="1"/>
            <p:nvPr/>
          </p:nvSpPr>
          <p:spPr>
            <a:xfrm>
              <a:off x="8897801" y="5428322"/>
              <a:ext cx="1172260" cy="400110"/>
            </a:xfrm>
            <a:prstGeom prst="rect">
              <a:avLst/>
            </a:prstGeom>
            <a:grpFill/>
            <a:ln w="19050">
              <a:solidFill>
                <a:schemeClr val="tx1"/>
              </a:solidFill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ru-RU" sz="1000" kern="0" dirty="0">
                  <a:effectLst/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мотострелковое отделение х3</a:t>
              </a:r>
              <a:endParaRPr lang="ru-RU" sz="1000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cxnSp>
        <p:nvCxnSpPr>
          <p:cNvPr id="103" name="Соединитель: уступ 102">
            <a:extLst>
              <a:ext uri="{FF2B5EF4-FFF2-40B4-BE49-F238E27FC236}">
                <a16:creationId xmlns:a16="http://schemas.microsoft.com/office/drawing/2014/main" id="{6C24CCF9-E58D-6864-06AE-DF6DED376045}"/>
              </a:ext>
            </a:extLst>
          </p:cNvPr>
          <p:cNvCxnSpPr>
            <a:cxnSpLocks/>
            <a:stCxn id="106" idx="2"/>
            <a:endCxn id="91" idx="0"/>
          </p:cNvCxnSpPr>
          <p:nvPr/>
        </p:nvCxnSpPr>
        <p:spPr>
          <a:xfrm rot="16200000" flipH="1">
            <a:off x="6615182" y="4961869"/>
            <a:ext cx="280564" cy="687056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1" name="Соединитель: уступ 110">
            <a:extLst>
              <a:ext uri="{FF2B5EF4-FFF2-40B4-BE49-F238E27FC236}">
                <a16:creationId xmlns:a16="http://schemas.microsoft.com/office/drawing/2014/main" id="{7BCBB996-28EB-E596-C204-5157E9836A6B}"/>
              </a:ext>
            </a:extLst>
          </p:cNvPr>
          <p:cNvCxnSpPr>
            <a:cxnSpLocks/>
            <a:stCxn id="106" idx="2"/>
            <a:endCxn id="92" idx="0"/>
          </p:cNvCxnSpPr>
          <p:nvPr/>
        </p:nvCxnSpPr>
        <p:spPr>
          <a:xfrm rot="16200000" flipH="1">
            <a:off x="7201641" y="4375409"/>
            <a:ext cx="272715" cy="185212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5" name="Соединитель: уступ 114">
            <a:extLst>
              <a:ext uri="{FF2B5EF4-FFF2-40B4-BE49-F238E27FC236}">
                <a16:creationId xmlns:a16="http://schemas.microsoft.com/office/drawing/2014/main" id="{072F9C5E-966C-923A-4E60-4D8BF32789B5}"/>
              </a:ext>
            </a:extLst>
          </p:cNvPr>
          <p:cNvCxnSpPr>
            <a:cxnSpLocks/>
            <a:stCxn id="106" idx="2"/>
            <a:endCxn id="101" idx="0"/>
          </p:cNvCxnSpPr>
          <p:nvPr/>
        </p:nvCxnSpPr>
        <p:spPr>
          <a:xfrm rot="16200000" flipH="1">
            <a:off x="7860780" y="3716270"/>
            <a:ext cx="225107" cy="3122795"/>
          </a:xfrm>
          <a:prstGeom prst="bentConnector3">
            <a:avLst>
              <a:gd name="adj1" fmla="val 58463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0" name="TextBox 119">
            <a:extLst>
              <a:ext uri="{FF2B5EF4-FFF2-40B4-BE49-F238E27FC236}">
                <a16:creationId xmlns:a16="http://schemas.microsoft.com/office/drawing/2014/main" id="{DACFD1B9-4C2F-13E5-1FE4-F8A9CF95F003}"/>
              </a:ext>
            </a:extLst>
          </p:cNvPr>
          <p:cNvSpPr txBox="1"/>
          <p:nvPr/>
        </p:nvSpPr>
        <p:spPr>
          <a:xfrm>
            <a:off x="6234432" y="6117271"/>
            <a:ext cx="637148" cy="30777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7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командир отделения</a:t>
            </a:r>
            <a:endParaRPr lang="ru-RU" sz="7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15A5EA3B-DFB3-E618-3450-E0A62F4878F8}"/>
              </a:ext>
            </a:extLst>
          </p:cNvPr>
          <p:cNvSpPr txBox="1"/>
          <p:nvPr/>
        </p:nvSpPr>
        <p:spPr>
          <a:xfrm>
            <a:off x="6931052" y="6193470"/>
            <a:ext cx="697105" cy="20005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7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пулеметчик</a:t>
            </a:r>
            <a:endParaRPr lang="ru-RU" sz="7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B524395F-C7FC-F614-4F6E-73D41C190DEA}"/>
              </a:ext>
            </a:extLst>
          </p:cNvPr>
          <p:cNvSpPr txBox="1"/>
          <p:nvPr/>
        </p:nvSpPr>
        <p:spPr>
          <a:xfrm>
            <a:off x="7666833" y="6138264"/>
            <a:ext cx="673428" cy="30777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ru-RU" sz="7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гранатометчик</a:t>
            </a:r>
            <a:endParaRPr lang="ru-RU" sz="7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CC0C2BF0-0D3A-45A2-0FA9-8DC011E3DCEC}"/>
              </a:ext>
            </a:extLst>
          </p:cNvPr>
          <p:cNvSpPr txBox="1"/>
          <p:nvPr/>
        </p:nvSpPr>
        <p:spPr>
          <a:xfrm>
            <a:off x="8413188" y="6114134"/>
            <a:ext cx="900179" cy="30777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7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помощник гранатометчи­ка</a:t>
            </a:r>
            <a:endParaRPr lang="ru-RU" sz="7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5215639B-87F7-115E-1DE9-2133EC3FD16E}"/>
              </a:ext>
            </a:extLst>
          </p:cNvPr>
          <p:cNvSpPr txBox="1"/>
          <p:nvPr/>
        </p:nvSpPr>
        <p:spPr>
          <a:xfrm>
            <a:off x="9370867" y="6100250"/>
            <a:ext cx="691431" cy="30777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7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старший автоматчик</a:t>
            </a:r>
            <a:endParaRPr lang="ru-RU" sz="7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id="{24DF2676-69CC-0DD3-C429-002688B04C2B}"/>
              </a:ext>
            </a:extLst>
          </p:cNvPr>
          <p:cNvSpPr txBox="1"/>
          <p:nvPr/>
        </p:nvSpPr>
        <p:spPr>
          <a:xfrm>
            <a:off x="10112865" y="6131595"/>
            <a:ext cx="954890" cy="20005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7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автоматчик</a:t>
            </a:r>
            <a:r>
              <a:rPr lang="en-US" sz="7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ru-RU" sz="7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х3</a:t>
            </a:r>
            <a:endParaRPr lang="ru-RU" sz="7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C059209A-7884-C9DE-82F7-5B202228FEBD}"/>
              </a:ext>
            </a:extLst>
          </p:cNvPr>
          <p:cNvSpPr txBox="1"/>
          <p:nvPr/>
        </p:nvSpPr>
        <p:spPr>
          <a:xfrm>
            <a:off x="11153299" y="6037915"/>
            <a:ext cx="977504" cy="41549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sz="700" kern="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водитель бронетранспор­тера</a:t>
            </a:r>
            <a:endParaRPr lang="ru-RU" sz="7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97" name="Соединитель: уступ 96">
            <a:extLst>
              <a:ext uri="{FF2B5EF4-FFF2-40B4-BE49-F238E27FC236}">
                <a16:creationId xmlns:a16="http://schemas.microsoft.com/office/drawing/2014/main" id="{6B4CDEB1-84C1-2EB9-58E2-74250B645BAD}"/>
              </a:ext>
            </a:extLst>
          </p:cNvPr>
          <p:cNvCxnSpPr>
            <a:cxnSpLocks/>
            <a:stCxn id="95" idx="2"/>
            <a:endCxn id="120" idx="0"/>
          </p:cNvCxnSpPr>
          <p:nvPr/>
        </p:nvCxnSpPr>
        <p:spPr>
          <a:xfrm rot="5400000">
            <a:off x="7874050" y="4507389"/>
            <a:ext cx="288839" cy="2930925"/>
          </a:xfrm>
          <a:prstGeom prst="bentConnector3">
            <a:avLst>
              <a:gd name="adj1" fmla="val 5000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3" name="Соединитель: уступ 112">
            <a:extLst>
              <a:ext uri="{FF2B5EF4-FFF2-40B4-BE49-F238E27FC236}">
                <a16:creationId xmlns:a16="http://schemas.microsoft.com/office/drawing/2014/main" id="{A11724CE-AA06-B71B-879E-244487C43F95}"/>
              </a:ext>
            </a:extLst>
          </p:cNvPr>
          <p:cNvCxnSpPr>
            <a:cxnSpLocks/>
          </p:cNvCxnSpPr>
          <p:nvPr/>
        </p:nvCxnSpPr>
        <p:spPr>
          <a:xfrm rot="5400000">
            <a:off x="8199249" y="4921488"/>
            <a:ext cx="365038" cy="2204326"/>
          </a:xfrm>
          <a:prstGeom prst="bentConnector3">
            <a:avLst>
              <a:gd name="adj1" fmla="val 36083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7" name="Соединитель: уступ 116">
            <a:extLst>
              <a:ext uri="{FF2B5EF4-FFF2-40B4-BE49-F238E27FC236}">
                <a16:creationId xmlns:a16="http://schemas.microsoft.com/office/drawing/2014/main" id="{391F8905-72D8-0B19-6CD3-51AC376063ED}"/>
              </a:ext>
            </a:extLst>
          </p:cNvPr>
          <p:cNvCxnSpPr>
            <a:cxnSpLocks/>
            <a:stCxn id="95" idx="2"/>
            <a:endCxn id="122" idx="0"/>
          </p:cNvCxnSpPr>
          <p:nvPr/>
        </p:nvCxnSpPr>
        <p:spPr>
          <a:xfrm rot="5400000">
            <a:off x="8588823" y="5243156"/>
            <a:ext cx="309832" cy="1480384"/>
          </a:xfrm>
          <a:prstGeom prst="bentConnector3">
            <a:avLst>
              <a:gd name="adj1" fmla="val 46157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4" name="Соединитель: уступ 133">
            <a:extLst>
              <a:ext uri="{FF2B5EF4-FFF2-40B4-BE49-F238E27FC236}">
                <a16:creationId xmlns:a16="http://schemas.microsoft.com/office/drawing/2014/main" id="{9E31A613-07F2-5946-3539-A18960923C77}"/>
              </a:ext>
            </a:extLst>
          </p:cNvPr>
          <p:cNvCxnSpPr>
            <a:cxnSpLocks/>
            <a:stCxn id="95" idx="2"/>
            <a:endCxn id="127" idx="0"/>
          </p:cNvCxnSpPr>
          <p:nvPr/>
        </p:nvCxnSpPr>
        <p:spPr>
          <a:xfrm rot="5400000">
            <a:off x="9030754" y="5660957"/>
            <a:ext cx="285702" cy="620653"/>
          </a:xfrm>
          <a:prstGeom prst="bentConnector3">
            <a:avLst>
              <a:gd name="adj1" fmla="val 49999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7" name="Соединитель: уступ 146">
            <a:extLst>
              <a:ext uri="{FF2B5EF4-FFF2-40B4-BE49-F238E27FC236}">
                <a16:creationId xmlns:a16="http://schemas.microsoft.com/office/drawing/2014/main" id="{947BCBB7-8D7C-9CA8-725D-3775FB272D5F}"/>
              </a:ext>
            </a:extLst>
          </p:cNvPr>
          <p:cNvCxnSpPr>
            <a:cxnSpLocks/>
          </p:cNvCxnSpPr>
          <p:nvPr/>
        </p:nvCxnSpPr>
        <p:spPr>
          <a:xfrm rot="16200000" flipH="1">
            <a:off x="9464348" y="5843253"/>
            <a:ext cx="271818" cy="232652"/>
          </a:xfrm>
          <a:prstGeom prst="bentConnector3">
            <a:avLst>
              <a:gd name="adj1" fmla="val 54964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4" name="Соединитель: уступ 153">
            <a:extLst>
              <a:ext uri="{FF2B5EF4-FFF2-40B4-BE49-F238E27FC236}">
                <a16:creationId xmlns:a16="http://schemas.microsoft.com/office/drawing/2014/main" id="{B1D1E393-A6E7-77E5-AC12-E33F407C59C0}"/>
              </a:ext>
            </a:extLst>
          </p:cNvPr>
          <p:cNvCxnSpPr>
            <a:cxnSpLocks/>
          </p:cNvCxnSpPr>
          <p:nvPr/>
        </p:nvCxnSpPr>
        <p:spPr>
          <a:xfrm rot="16200000" flipH="1">
            <a:off x="9918764" y="5398361"/>
            <a:ext cx="270900" cy="1140566"/>
          </a:xfrm>
          <a:prstGeom prst="bentConnector3">
            <a:avLst>
              <a:gd name="adj1" fmla="val 50879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8" name="Соединитель: уступ 157">
            <a:extLst>
              <a:ext uri="{FF2B5EF4-FFF2-40B4-BE49-F238E27FC236}">
                <a16:creationId xmlns:a16="http://schemas.microsoft.com/office/drawing/2014/main" id="{FE7AB610-9F6F-0E0C-15C2-DD63A50D4EB0}"/>
              </a:ext>
            </a:extLst>
          </p:cNvPr>
          <p:cNvCxnSpPr>
            <a:cxnSpLocks/>
          </p:cNvCxnSpPr>
          <p:nvPr/>
        </p:nvCxnSpPr>
        <p:spPr>
          <a:xfrm rot="16200000" flipH="1">
            <a:off x="10436479" y="4887789"/>
            <a:ext cx="209483" cy="2114578"/>
          </a:xfrm>
          <a:prstGeom prst="bentConnector3">
            <a:avLst>
              <a:gd name="adj1" fmla="val 62504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86" name="Прямая со стрелкой 185">
            <a:extLst>
              <a:ext uri="{FF2B5EF4-FFF2-40B4-BE49-F238E27FC236}">
                <a16:creationId xmlns:a16="http://schemas.microsoft.com/office/drawing/2014/main" id="{40C9F0C0-E8F0-ADB1-F218-2AE63B396A2B}"/>
              </a:ext>
            </a:extLst>
          </p:cNvPr>
          <p:cNvCxnSpPr>
            <a:cxnSpLocks/>
            <a:stCxn id="105" idx="2"/>
          </p:cNvCxnSpPr>
          <p:nvPr/>
        </p:nvCxnSpPr>
        <p:spPr>
          <a:xfrm>
            <a:off x="5022895" y="5121882"/>
            <a:ext cx="8207" cy="7528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Соединитель: уступ 196">
            <a:extLst>
              <a:ext uri="{FF2B5EF4-FFF2-40B4-BE49-F238E27FC236}">
                <a16:creationId xmlns:a16="http://schemas.microsoft.com/office/drawing/2014/main" id="{3AB433C0-33C5-E6BE-C314-8F62E2801271}"/>
              </a:ext>
            </a:extLst>
          </p:cNvPr>
          <p:cNvCxnSpPr>
            <a:cxnSpLocks/>
            <a:stCxn id="3" idx="2"/>
            <a:endCxn id="8" idx="1"/>
          </p:cNvCxnSpPr>
          <p:nvPr/>
        </p:nvCxnSpPr>
        <p:spPr>
          <a:xfrm rot="16200000" flipH="1">
            <a:off x="453875" y="1516639"/>
            <a:ext cx="670281" cy="9542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0" name="Соединитель: уступ 199">
            <a:extLst>
              <a:ext uri="{FF2B5EF4-FFF2-40B4-BE49-F238E27FC236}">
                <a16:creationId xmlns:a16="http://schemas.microsoft.com/office/drawing/2014/main" id="{FE688F85-6FED-FE65-98F1-AC9920A94EC5}"/>
              </a:ext>
            </a:extLst>
          </p:cNvPr>
          <p:cNvCxnSpPr>
            <a:cxnSpLocks/>
            <a:stCxn id="3" idx="2"/>
            <a:endCxn id="11" idx="1"/>
          </p:cNvCxnSpPr>
          <p:nvPr/>
        </p:nvCxnSpPr>
        <p:spPr>
          <a:xfrm rot="16200000" flipH="1">
            <a:off x="228960" y="1741555"/>
            <a:ext cx="1138236" cy="113554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3" name="Соединитель: уступ 202">
            <a:extLst>
              <a:ext uri="{FF2B5EF4-FFF2-40B4-BE49-F238E27FC236}">
                <a16:creationId xmlns:a16="http://schemas.microsoft.com/office/drawing/2014/main" id="{EBA79C73-A808-422D-2FAD-A6B43A438C2C}"/>
              </a:ext>
            </a:extLst>
          </p:cNvPr>
          <p:cNvCxnSpPr>
            <a:cxnSpLocks/>
            <a:stCxn id="3" idx="2"/>
            <a:endCxn id="9" idx="1"/>
          </p:cNvCxnSpPr>
          <p:nvPr/>
        </p:nvCxnSpPr>
        <p:spPr>
          <a:xfrm rot="16200000" flipH="1">
            <a:off x="-29265" y="1999779"/>
            <a:ext cx="1646233" cy="105101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08" name="Соединитель: уступ 207">
            <a:extLst>
              <a:ext uri="{FF2B5EF4-FFF2-40B4-BE49-F238E27FC236}">
                <a16:creationId xmlns:a16="http://schemas.microsoft.com/office/drawing/2014/main" id="{F17404AC-722D-36AC-97BE-6E70D868F135}"/>
              </a:ext>
            </a:extLst>
          </p:cNvPr>
          <p:cNvCxnSpPr>
            <a:cxnSpLocks/>
            <a:stCxn id="14" idx="2"/>
            <a:endCxn id="32" idx="0"/>
          </p:cNvCxnSpPr>
          <p:nvPr/>
        </p:nvCxnSpPr>
        <p:spPr>
          <a:xfrm rot="5400000">
            <a:off x="5567462" y="1295257"/>
            <a:ext cx="337026" cy="189957"/>
          </a:xfrm>
          <a:prstGeom prst="bentConnector3">
            <a:avLst>
              <a:gd name="adj1" fmla="val 50942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6" name="Прямая со стрелкой 215">
            <a:extLst>
              <a:ext uri="{FF2B5EF4-FFF2-40B4-BE49-F238E27FC236}">
                <a16:creationId xmlns:a16="http://schemas.microsoft.com/office/drawing/2014/main" id="{FD755353-C620-1139-76DA-923BECDE0EA8}"/>
              </a:ext>
            </a:extLst>
          </p:cNvPr>
          <p:cNvCxnSpPr>
            <a:cxnSpLocks/>
            <a:stCxn id="35" idx="2"/>
            <a:endCxn id="62" idx="0"/>
          </p:cNvCxnSpPr>
          <p:nvPr/>
        </p:nvCxnSpPr>
        <p:spPr>
          <a:xfrm>
            <a:off x="6826411" y="3212917"/>
            <a:ext cx="3693" cy="13668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Прямая со стрелкой 219">
            <a:extLst>
              <a:ext uri="{FF2B5EF4-FFF2-40B4-BE49-F238E27FC236}">
                <a16:creationId xmlns:a16="http://schemas.microsoft.com/office/drawing/2014/main" id="{ABFC2636-B806-02B9-E77D-16220F503F6C}"/>
              </a:ext>
            </a:extLst>
          </p:cNvPr>
          <p:cNvCxnSpPr>
            <a:cxnSpLocks/>
            <a:stCxn id="52" idx="2"/>
            <a:endCxn id="64" idx="0"/>
          </p:cNvCxnSpPr>
          <p:nvPr/>
        </p:nvCxnSpPr>
        <p:spPr>
          <a:xfrm>
            <a:off x="8164143" y="3212917"/>
            <a:ext cx="3422" cy="21608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893711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 advTm="10000">
        <p159:morph option="byObject"/>
      </p:transition>
    </mc:Choice>
    <mc:Fallback>
      <p:transition spd="slow" advTm="10000">
        <p:fade/>
      </p:transition>
    </mc:Fallback>
  </mc:AlternateContent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291</TotalTime>
  <Words>1233</Words>
  <Application>Microsoft Office PowerPoint</Application>
  <PresentationFormat>Широкоэкранный</PresentationFormat>
  <Paragraphs>469</Paragraphs>
  <Slides>13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Segoe UI</vt:lpstr>
      <vt:lpstr>Тема Office</vt:lpstr>
      <vt:lpstr>Командир батальона</vt:lpstr>
      <vt:lpstr>Командир батальона</vt:lpstr>
      <vt:lpstr>Командир батальона</vt:lpstr>
      <vt:lpstr>Командир батальона</vt:lpstr>
      <vt:lpstr>Командир батальона</vt:lpstr>
      <vt:lpstr>Командир батальона</vt:lpstr>
      <vt:lpstr>Командир батальона</vt:lpstr>
      <vt:lpstr>Командир батальона</vt:lpstr>
      <vt:lpstr>Командир батальона</vt:lpstr>
      <vt:lpstr>Командир батальона</vt:lpstr>
      <vt:lpstr>Командир батальона</vt:lpstr>
      <vt:lpstr>Командир батальона</vt:lpstr>
      <vt:lpstr>Командир батальона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Дарья Шаповалова</dc:creator>
  <cp:lastModifiedBy>Дарья Шаповалова</cp:lastModifiedBy>
  <cp:revision>73</cp:revision>
  <dcterms:created xsi:type="dcterms:W3CDTF">2026-02-16T00:12:03Z</dcterms:created>
  <dcterms:modified xsi:type="dcterms:W3CDTF">2026-02-16T11:09:46Z</dcterms:modified>
</cp:coreProperties>
</file>